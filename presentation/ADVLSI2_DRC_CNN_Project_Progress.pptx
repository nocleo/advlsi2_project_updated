
<file path=[Content_Types].xml><?xml version="1.0" encoding="utf-8"?>
<Types xmlns="http://schemas.openxmlformats.org/package/2006/content-types">
  <Default Extension="xml" ContentType="application/vnd.openxmlformats-package.core-properties+xml"/>
  <Default Extension="dat" ContentType="application/x-fontdata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b59192aa73a34cd7" /><Relationship Type="http://schemas.openxmlformats.org/officeDocument/2006/relationships/extended-properties" Target="/docProps/app.xml" Id="R98033b729adf46ba" /><Relationship Type="http://schemas.openxmlformats.org/officeDocument/2006/relationships/officeDocument" Target="/ppt/presentation.xml" Id="R90e4f07dc8d343be" /></Relationships>
</file>

<file path=ppt/presentation.xml><?xml version="1.0" encoding="utf-8"?>
<p:presentation xmlns:p="http://schemas.openxmlformats.org/presentationml/2006/main" embedTrueTypeFonts="1" saveSubsetFonts="0">
  <p:sldMasterIdLst>
    <p:sldMasterId xmlns:r="http://schemas.openxmlformats.org/officeDocument/2006/relationships" id="2147483648" r:id="Rf6646fc1a5044a1a"/>
  </p:sldMasterIdLst>
  <p:notesMasterIdLst>
    <p:notesMasterId xmlns:r="http://schemas.openxmlformats.org/officeDocument/2006/relationships" r:id="Rb0171bdc05864930"/>
  </p:notesMasterIdLst>
  <p:sldIdLst>
    <p:sldId xmlns:r="http://schemas.openxmlformats.org/officeDocument/2006/relationships" id="256" r:id="R473d248b85e3432e"/>
    <p:sldId xmlns:r="http://schemas.openxmlformats.org/officeDocument/2006/relationships" id="257" r:id="R493242bc866d4bc3"/>
    <p:sldId xmlns:r="http://schemas.openxmlformats.org/officeDocument/2006/relationships" id="258" r:id="R700f233335824651"/>
    <p:sldId xmlns:r="http://schemas.openxmlformats.org/officeDocument/2006/relationships" id="259" r:id="Rfd43c99577654f5e"/>
    <p:sldId xmlns:r="http://schemas.openxmlformats.org/officeDocument/2006/relationships" id="260" r:id="Rfa13f559a9b6430d"/>
    <p:sldId xmlns:r="http://schemas.openxmlformats.org/officeDocument/2006/relationships" id="261" r:id="Rf7f1a52b45ef4aac"/>
    <p:sldId xmlns:r="http://schemas.openxmlformats.org/officeDocument/2006/relationships" id="262" r:id="Rc172e0c9def1440f"/>
    <p:sldId xmlns:r="http://schemas.openxmlformats.org/officeDocument/2006/relationships" id="263" r:id="Rbcae3d58b5a4410c"/>
    <p:sldId xmlns:r="http://schemas.openxmlformats.org/officeDocument/2006/relationships" id="264" r:id="Re2985ee495c3441e"/>
    <p:sldId xmlns:r="http://schemas.openxmlformats.org/officeDocument/2006/relationships" id="265" r:id="R503dda376cc24660"/>
    <p:sldId xmlns:r="http://schemas.openxmlformats.org/officeDocument/2006/relationships" id="266" r:id="R2aac68d777d7490e"/>
    <p:sldId xmlns:r="http://schemas.openxmlformats.org/officeDocument/2006/relationships" id="267" r:id="Rfa67ed9bfe204425"/>
    <p:sldId xmlns:r="http://schemas.openxmlformats.org/officeDocument/2006/relationships" id="268" r:id="R52cb85386a4a4ddf"/>
    <p:sldId xmlns:r="http://schemas.openxmlformats.org/officeDocument/2006/relationships" id="269" r:id="Ra4a603b927a042b6"/>
    <p:sldId xmlns:r="http://schemas.openxmlformats.org/officeDocument/2006/relationships" id="270" r:id="Re6976dfbc96c46f1"/>
    <p:sldId xmlns:r="http://schemas.openxmlformats.org/officeDocument/2006/relationships" id="271" r:id="R61fc1015ddb14c74"/>
    <p:sldId xmlns:r="http://schemas.openxmlformats.org/officeDocument/2006/relationships" id="272" r:id="R78f458a191084229"/>
    <p:sldId xmlns:r="http://schemas.openxmlformats.org/officeDocument/2006/relationships" id="273" r:id="R50ed91069f57414b"/>
    <p:sldId xmlns:r="http://schemas.openxmlformats.org/officeDocument/2006/relationships" id="274" r:id="Rcb73719f3d70494f"/>
    <p:sldId xmlns:r="http://schemas.openxmlformats.org/officeDocument/2006/relationships" id="275" r:id="Rfa08e12c9ae44eb5"/>
    <p:sldId xmlns:r="http://schemas.openxmlformats.org/officeDocument/2006/relationships" id="276" r:id="R4595022a0d22432a"/>
    <p:sldId xmlns:r="http://schemas.openxmlformats.org/officeDocument/2006/relationships" id="277" r:id="R15ddde53e61b436a"/>
    <p:sldId xmlns:r="http://schemas.openxmlformats.org/officeDocument/2006/relationships" id="278" r:id="R8fea7f05cc724ab6"/>
    <p:sldId xmlns:r="http://schemas.openxmlformats.org/officeDocument/2006/relationships" id="279" r:id="R6bdd30de3fa54412"/>
    <p:sldId xmlns:r="http://schemas.openxmlformats.org/officeDocument/2006/relationships" id="280" r:id="R50845b6994544489"/>
    <p:sldId xmlns:r="http://schemas.openxmlformats.org/officeDocument/2006/relationships" id="281" r:id="Re254872c49c143a2"/>
    <p:sldId xmlns:r="http://schemas.openxmlformats.org/officeDocument/2006/relationships" id="282" r:id="R1ff107fa12db4c5f"/>
    <p:sldId xmlns:r="http://schemas.openxmlformats.org/officeDocument/2006/relationships" id="283" r:id="Re29547a3707b46b1"/>
    <p:sldId xmlns:r="http://schemas.openxmlformats.org/officeDocument/2006/relationships" id="284" r:id="R1e5ba12c1a99438c"/>
  </p:sldIdLst>
  <p:sldSz cx="12192000" cy="6858000"/>
  <p:notesSz cx="6858000" cy="9144000"/>
  <p:embeddedFontLst>
    <p:embeddedFont>
      <p:font typeface="Play"/>
      <p:regular xmlns:r="http://schemas.openxmlformats.org/officeDocument/2006/relationships" r:id="R32f3b50f7fc740c9"/>
      <p:bold xmlns:r="http://schemas.openxmlformats.org/officeDocument/2006/relationships" r:id="R1024a9de4a3547c8"/>
    </p:embeddedFont>
  </p:embeddedFontLst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c3203032b45b4828" /><Relationship Type="http://schemas.openxmlformats.org/officeDocument/2006/relationships/slideMaster" Target="/ppt/slideMasters/slideMaster1.xml" Id="Rf6646fc1a5044a1a" /><Relationship Type="http://schemas.openxmlformats.org/officeDocument/2006/relationships/notesMaster" Target="/ppt/notesMasters/notesMaster1.xml" Id="Rb0171bdc05864930" /><Relationship Type="http://schemas.openxmlformats.org/officeDocument/2006/relationships/presProps" Target="/ppt/presProps.xml" Id="R2cfd76aba83344b3" /><Relationship Type="http://schemas.openxmlformats.org/officeDocument/2006/relationships/tableStyles" Target="/ppt/tableStyles.xml" Id="R7fceb4e2888d4334" /><Relationship Type="http://schemas.openxmlformats.org/officeDocument/2006/relationships/font" Target="/ppt/fonts/font.dat" Id="R32f3b50f7fc740c9" /><Relationship Type="http://schemas.openxmlformats.org/officeDocument/2006/relationships/font" Target="/ppt/fonts/font2.dat" Id="R1024a9de4a3547c8" /><Relationship Type="http://schemas.openxmlformats.org/officeDocument/2006/relationships/slide" Target="/ppt/slides/slide1.xml" Id="R473d248b85e3432e" /><Relationship Type="http://schemas.openxmlformats.org/officeDocument/2006/relationships/slide" Target="/ppt/slides/slide2.xml" Id="R493242bc866d4bc3" /><Relationship Type="http://schemas.openxmlformats.org/officeDocument/2006/relationships/slide" Target="/ppt/slides/slide3.xml" Id="R700f233335824651" /><Relationship Type="http://schemas.openxmlformats.org/officeDocument/2006/relationships/slide" Target="/ppt/slides/slide4.xml" Id="Rfd43c99577654f5e" /><Relationship Type="http://schemas.openxmlformats.org/officeDocument/2006/relationships/slide" Target="/ppt/slides/slide5.xml" Id="Rfa13f559a9b6430d" /><Relationship Type="http://schemas.openxmlformats.org/officeDocument/2006/relationships/slide" Target="/ppt/slides/slide6.xml" Id="Rf7f1a52b45ef4aac" /><Relationship Type="http://schemas.openxmlformats.org/officeDocument/2006/relationships/slide" Target="/ppt/slides/slide7.xml" Id="Rc172e0c9def1440f" /><Relationship Type="http://schemas.openxmlformats.org/officeDocument/2006/relationships/slide" Target="/ppt/slides/slide8.xml" Id="Rbcae3d58b5a4410c" /><Relationship Type="http://schemas.openxmlformats.org/officeDocument/2006/relationships/slide" Target="/ppt/slides/slide9.xml" Id="Re2985ee495c3441e" /><Relationship Type="http://schemas.openxmlformats.org/officeDocument/2006/relationships/slide" Target="/ppt/slides/slide10.xml" Id="R503dda376cc24660" /><Relationship Type="http://schemas.openxmlformats.org/officeDocument/2006/relationships/slide" Target="/ppt/slides/slide11.xml" Id="R2aac68d777d7490e" /><Relationship Type="http://schemas.openxmlformats.org/officeDocument/2006/relationships/slide" Target="/ppt/slides/slide12.xml" Id="Rfa67ed9bfe204425" /><Relationship Type="http://schemas.openxmlformats.org/officeDocument/2006/relationships/slide" Target="/ppt/slides/slide13.xml" Id="R52cb85386a4a4ddf" /><Relationship Type="http://schemas.openxmlformats.org/officeDocument/2006/relationships/slide" Target="/ppt/slides/slide14.xml" Id="Ra4a603b927a042b6" /><Relationship Type="http://schemas.openxmlformats.org/officeDocument/2006/relationships/slide" Target="/ppt/slides/slide15.xml" Id="Re6976dfbc96c46f1" /><Relationship Type="http://schemas.openxmlformats.org/officeDocument/2006/relationships/slide" Target="/ppt/slides/slide16.xml" Id="R61fc1015ddb14c74" /><Relationship Type="http://schemas.openxmlformats.org/officeDocument/2006/relationships/slide" Target="/ppt/slides/slide17.xml" Id="R78f458a191084229" /><Relationship Type="http://schemas.openxmlformats.org/officeDocument/2006/relationships/slide" Target="/ppt/slides/slide18.xml" Id="R50ed91069f57414b" /><Relationship Type="http://schemas.openxmlformats.org/officeDocument/2006/relationships/slide" Target="/ppt/slides/slide19.xml" Id="Rcb73719f3d70494f" /><Relationship Type="http://schemas.openxmlformats.org/officeDocument/2006/relationships/slide" Target="/ppt/slides/slide20.xml" Id="Rfa08e12c9ae44eb5" /><Relationship Type="http://schemas.openxmlformats.org/officeDocument/2006/relationships/slide" Target="/ppt/slides/slide21.xml" Id="R4595022a0d22432a" /><Relationship Type="http://schemas.openxmlformats.org/officeDocument/2006/relationships/slide" Target="/ppt/slides/slide22.xml" Id="R15ddde53e61b436a" /><Relationship Type="http://schemas.openxmlformats.org/officeDocument/2006/relationships/slide" Target="/ppt/slides/slide23.xml" Id="R8fea7f05cc724ab6" /><Relationship Type="http://schemas.openxmlformats.org/officeDocument/2006/relationships/slide" Target="/ppt/slides/slide24.xml" Id="R6bdd30de3fa54412" /><Relationship Type="http://schemas.openxmlformats.org/officeDocument/2006/relationships/slide" Target="/ppt/slides/slide25.xml" Id="R50845b6994544489" /><Relationship Type="http://schemas.openxmlformats.org/officeDocument/2006/relationships/slide" Target="/ppt/slides/slide26.xml" Id="Re254872c49c143a2" /><Relationship Type="http://schemas.openxmlformats.org/officeDocument/2006/relationships/slide" Target="/ppt/slides/slide27.xml" Id="R1ff107fa12db4c5f" /><Relationship Type="http://schemas.openxmlformats.org/officeDocument/2006/relationships/slide" Target="/ppt/slides/slide28.xml" Id="Re29547a3707b46b1" /><Relationship Type="http://schemas.openxmlformats.org/officeDocument/2006/relationships/slide" Target="/ppt/slides/slide29.xml" Id="R1e5ba12c1a99438c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ac2766dd35d64a45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bb11478b23864307" /><Relationship Type="http://schemas.openxmlformats.org/officeDocument/2006/relationships/notesMaster" Target="/ppt/notesMasters/notesMaster1.xml" Id="R1e72dd39044649f4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783dd7f7b53543fb" /><Relationship Type="http://schemas.openxmlformats.org/officeDocument/2006/relationships/notesMaster" Target="/ppt/notesMasters/notesMaster1.xml" Id="R68f442d9a42349dc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8638e74d62734388" /><Relationship Type="http://schemas.openxmlformats.org/officeDocument/2006/relationships/notesMaster" Target="/ppt/notesMasters/notesMaster1.xml" Id="R355c20e0dbf6451b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1141b33212ea4807" /><Relationship Type="http://schemas.openxmlformats.org/officeDocument/2006/relationships/notesMaster" Target="/ppt/notesMasters/notesMaster1.xml" Id="R63dc966325584436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bbd4d2ba647b4341" /><Relationship Type="http://schemas.openxmlformats.org/officeDocument/2006/relationships/notesMaster" Target="/ppt/notesMasters/notesMaster1.xml" Id="Rd307c1acaae147e6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0e97b05dab6e43fe" /><Relationship Type="http://schemas.openxmlformats.org/officeDocument/2006/relationships/notesMaster" Target="/ppt/notesMasters/notesMaster1.xml" Id="Rfe3ed38722aa4644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27d08951771b4fe5" /><Relationship Type="http://schemas.openxmlformats.org/officeDocument/2006/relationships/notesMaster" Target="/ppt/notesMasters/notesMaster1.xml" Id="R6a7637967a0d411c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0174de20d2924adb" /><Relationship Type="http://schemas.openxmlformats.org/officeDocument/2006/relationships/notesMaster" Target="/ppt/notesMasters/notesMaster1.xml" Id="R0d2553dc6c044862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b1c5969e20364de6" /><Relationship Type="http://schemas.openxmlformats.org/officeDocument/2006/relationships/notesMaster" Target="/ppt/notesMasters/notesMaster1.xml" Id="R5b1811a9c19e45a7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ca8bfe0160924958" /><Relationship Type="http://schemas.openxmlformats.org/officeDocument/2006/relationships/notesMaster" Target="/ppt/notesMasters/notesMaster1.xml" Id="Rd385d1e4ca0041a8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edd321e589dc494e" /><Relationship Type="http://schemas.openxmlformats.org/officeDocument/2006/relationships/notesMaster" Target="/ppt/notesMasters/notesMaster1.xml" Id="R04dc39ccd90e4295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87b0bdc2cc6447fb" /><Relationship Type="http://schemas.openxmlformats.org/officeDocument/2006/relationships/notesMaster" Target="/ppt/notesMasters/notesMaster1.xml" Id="R99ea97409d214fa0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1b23827b14f34aba" /><Relationship Type="http://schemas.openxmlformats.org/officeDocument/2006/relationships/notesMaster" Target="/ppt/notesMasters/notesMaster1.xml" Id="R714448b5386f401c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f86fb51d664a4f67" /><Relationship Type="http://schemas.openxmlformats.org/officeDocument/2006/relationships/notesMaster" Target="/ppt/notesMasters/notesMaster1.xml" Id="Rc923e9672b234d81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27dadd01617547ed" /><Relationship Type="http://schemas.openxmlformats.org/officeDocument/2006/relationships/notesMaster" Target="/ppt/notesMasters/notesMaster1.xml" Id="R73b6c8e6cc504821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77c76603d8b74174" /><Relationship Type="http://schemas.openxmlformats.org/officeDocument/2006/relationships/notesMaster" Target="/ppt/notesMasters/notesMaster1.xml" Id="R15561a1205cf43a1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1c6cd4f2cde54c93" /><Relationship Type="http://schemas.openxmlformats.org/officeDocument/2006/relationships/notesMaster" Target="/ppt/notesMasters/notesMaster1.xml" Id="R7ca77d824b3940a9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52e725b9f24042e1" /><Relationship Type="http://schemas.openxmlformats.org/officeDocument/2006/relationships/notesMaster" Target="/ppt/notesMasters/notesMaster1.xml" Id="R2be7a74b79414ae9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5af472f0db574f28" /><Relationship Type="http://schemas.openxmlformats.org/officeDocument/2006/relationships/notesMaster" Target="/ppt/notesMasters/notesMaster1.xml" Id="Re9d3f82d24c44ebb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5eaa3b29be5d47a6" /><Relationship Type="http://schemas.openxmlformats.org/officeDocument/2006/relationships/notesMaster" Target="/ppt/notesMasters/notesMaster1.xml" Id="Rcce67ce8b6f840d3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6a11326593dd424b" /><Relationship Type="http://schemas.openxmlformats.org/officeDocument/2006/relationships/notesMaster" Target="/ppt/notesMasters/notesMaster1.xml" Id="Rb676ccdba3ce4649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0c02b228a10c41f1" /><Relationship Type="http://schemas.openxmlformats.org/officeDocument/2006/relationships/notesMaster" Target="/ppt/notesMasters/notesMaster1.xml" Id="R3fcc8ba65b454def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90b0cde3c9204bed" /><Relationship Type="http://schemas.openxmlformats.org/officeDocument/2006/relationships/notesMaster" Target="/ppt/notesMasters/notesMaster1.xml" Id="R027266945f994975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090de8fb56014ca3" /><Relationship Type="http://schemas.openxmlformats.org/officeDocument/2006/relationships/notesMaster" Target="/ppt/notesMasters/notesMaster1.xml" Id="R39defed1a30345eb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b7167443bca64adc" /><Relationship Type="http://schemas.openxmlformats.org/officeDocument/2006/relationships/notesMaster" Target="/ppt/notesMasters/notesMaster1.xml" Id="R44e3eeaee4ef4817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3647e76af871460c" /><Relationship Type="http://schemas.openxmlformats.org/officeDocument/2006/relationships/notesMaster" Target="/ppt/notesMasters/notesMaster1.xml" Id="Ra3f7ce7e2f8741b3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36182393482b4e15" /><Relationship Type="http://schemas.openxmlformats.org/officeDocument/2006/relationships/notesMaster" Target="/ppt/notesMasters/notesMaster1.xml" Id="R29dc62e6da6e4b36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530da422f9ac4b4d" /><Relationship Type="http://schemas.openxmlformats.org/officeDocument/2006/relationships/notesMaster" Target="/ppt/notesMasters/notesMaster1.xml" Id="R22849b15a3ff4eb6" /></Relationships>
</file>

<file path=ppt/notesSlides/_rels/notesSlide29.xml.rels>&#65279;<?xml version="1.0" encoding="utf-8"?><Relationships xmlns="http://schemas.openxmlformats.org/package/2006/relationships"><Relationship Type="http://schemas.openxmlformats.org/officeDocument/2006/relationships/slide" Target="/ppt/slides/slide29.xml" Id="R25eb8deda7fd4bd6" /><Relationship Type="http://schemas.openxmlformats.org/officeDocument/2006/relationships/notesMaster" Target="/ppt/notesMasters/notesMaster1.xml" Id="R7fca6588be314bcc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[Sources]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MODEL_ROADMAP.md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results/b6_multitask_unet/summary.json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[/Sources]</a:t>
            </a:r>
          </a:p>
          <a:p xmlns:a="http://schemas.openxmlformats.org/drawingml/2006/main">
            <a:r>
              <a:t>
[Sources]
- results/b7_full_layout/b7_1_summary.json and results/b7_full_layout/README.md; measured 2026-08-15; validation-only policy selection; B9 unopened.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u="sng">
                <a:solidFill>
                  <a:schemeClr val="dk1"/>
                </a:solidFill>
                <a:latin typeface="Arial"/>
                <a:ea typeface="Arial"/>
                <a:cs typeface="Arial"/>
              </a:rPr>
              <a:t>https://github.com/TinyTapeout/tinytapeout-sky-26a/tree/main/projects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u="sng">
                <a:solidFill>
                  <a:schemeClr val="hlink"/>
                </a:solidFill>
                <a:latin typeface="Arial"/>
                <a:ea typeface="Arial"/>
                <a:cs typeface="Arial"/>
              </a:rPr>
              <a:t>https://skywater-pdk.readthedocs.io/en/main/rules/periphery.html</a:t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[Sources]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MODEL_ROADMAP.md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results/b6_multitask_unet/summary.json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[/Sources]</a:t>
            </a:r>
          </a:p>
          <a:p xmlns:a="http://schemas.openxmlformats.org/drawingml/2006/main">
            <a:r>
              <a:t>
[Sources]
- results/b7_full_layout/b7_1_summary.json and results/b7_full_layout/README.md; measured 2026-08-15; validation-only policy selection; B9 unopened.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[Sources]</a:t>
            </a:r>
          </a:p>
          <a:p xmlns:a="http://schemas.openxmlformats.org/drawingml/2006/main">
            <a:r>
              <a:t>- MODEL_ROADMAP.md</a:t>
            </a:r>
          </a:p>
          <a:p xmlns:a="http://schemas.openxmlformats.org/drawingml/2006/main">
            <a:r>
              <a:t>- results/b6_multitask_unet/summary.json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>
[Sources]
- results/b7_full_layout/b7_1_summary.json and results/b7_full_layout/README.md; measured 2026-08-15; validation-only policy selection; B9 unopened.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[Sources]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results/b2_baselines/summary.json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results/b3_optimization/extension_summary.json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results/b4_architecture/summary.json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results/b5_ensemble/summary.json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results/b5_failure_audit/summary.json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results/b6_multitask_unet/summary.json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[/Sources]</a:t>
            </a:r>
          </a:p>
          <a:p xmlns:a="http://schemas.openxmlformats.org/drawingml/2006/main">
            <a:r>
              <a:t>
[Sources]
- results/b7_full_layout/b7_1_summary.json and results/b7_full_layout/README.md; measured 2026-08-15; validation-only policy selection; B9 unopened.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[Sources]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data/b1_current_audit/manifest.summary.json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Manifest 9deef1271a145198a60abccf291ec499d53226075b4ccfa2061a215afbd01472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[Sources]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data/b1_current_audit/manifest.summary.json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Manifest 9deef1271a145198a60abccf291ec499d53226075b4ccfa2061a215afbd01472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data/b1_current_audit/label_audit_grid.png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[Sources]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results/b2_baselines/summary.json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results/b2_baselines/runs/tile_random_reference_seed_42.json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results/b2_baselines/runs/tile_random_reference_seed_43.json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results/b2_baselines/runs/tile_random_reference_seed_44.json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results/b2_baselines/runs/unseen_layout_v1_seed_42.json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results/b2_baselines/runs/unseen_layout_v1_seed_43.json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results/b2_baselines/runs/unseen_layout_v1_seed_44.json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Configuration d7fa939a1212; manifest 9deef1271a14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[Sources]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results/b2_baselines/summary.json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Three-seed per-layout aggregation for unseen_layout_v1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Manifest 9deef1271a145198a60abccf291ec499d53226075b4ccfa2061a215afbd01472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[Sources]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results/b3_optimization/b3_1_summary.json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results/b3_optimization/extension_summary.json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Manifest 9deef1271a145198a60abccf291ec499d53226075b4ccfa2061a215afbd01472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Selection used unseen-layout validation only. Frozen tests were not inspected until the validation gate passed.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[Sources]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results/b2_baselines/summary.json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results/b3_optimization/extension_summary.json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results/b3_optimization/test/unseen_layout_v1__plateau_full__seed_42.json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results/b3_optimization/test/unseen_layout_v1__plateau_full__seed_43.json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results/b3_optimization/test/unseen_layout_v1__plateau_full__seed_44.json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The candidate status is failed_confirmation; B2 remains the accepted baseline.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[Sources]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results/b4_architecture/summary.json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results/b4_architecture/README.md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[Sources]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MODEL_ROADMAP.md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results/b5_ensemble/summary.json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results/b5_ensemble/README.md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[Sources]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MODEL_ROADMAP.md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results/b5_ensemble/summary.json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results/b5_ensemble/README.md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[Sources]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results/b5_failure_audit/summary.json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results/b5_failure_audit/README.md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[Sources]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MODEL_ROADMAP.md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results/b6_localization_dataset/summary.json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results/b6_localization_dataset/README.md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[Sources]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results/b6_multitask_unet/summary.json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results/b6_multitask_unet/runs/seed_42.json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results/b6_multitask_unet/runs/seed_43.json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results/b6_multitask_unet/runs/seed_44.json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[Sources]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results/b6_multitask_unet/summary.json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results/b6_multitask_unet/runs/seed_42.json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results/b6_multitask_unet/runs/seed_43.json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results/b6_multitask_unet/runs/seed_44.json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[/Sources]</a:t>
            </a:r>
          </a:p>
          <a:p xmlns:a="http://schemas.openxmlformats.org/drawingml/2006/main">
            <a:r>
              <a:t>
[Sources]
- results/b7_full_layout/b7_1_summary.json and results/b7_full_layout/README.md; measured 2026-08-15; validation-only policy selection; B9 unopened.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68ad35d7872478e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10d68465354480f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3ba2b9c152e4c1a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b329d51861a4696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44c4f6ede9844f2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d037453456940b8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64acae6ae6746d8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d89930f6a5947b7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9a0d82d430d4b4a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f9480dfad144b16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5a605ce3ed04c01" /></Relationships>
</file>

<file path=ppt/slideLayouts/slideLayout1.xml><?xml version="1.0" encoding="utf-8"?>
<p:sldLayout xmlns:p="http://schemas.openxmlformats.org/presentationml/2006/main" matchingName="Title Slide" type="title">
  <p:cSld name="TITL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Google Shape;16;p2">
            <a:extLst xmlns:a="http://schemas.openxmlformats.org/drawingml/2006/main">
              <a:ext uri="{FF2B5EF4-FFF2-40B4-BE49-F238E27FC236}">
                <a16:creationId xmlns:a16="http://schemas.microsoft.com/office/drawing/2014/main" id="{3A1FEE28-DB47-4EF9-9CD1-CCB17C4F8A62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1524000" y="1122363"/>
            <a:ext cx="9144000" cy="2387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rmAutofit/>
          </a:bodyPr>
          <a:lstStyle xmlns:a="http://schemas.openxmlformats.org/drawingml/2006/main">
            <a:lvl1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6000"/>
            </a:lvl1pPr>
            <a:lvl2pPr>
              <a:spcBef>
                <a:spcPts val="0"/>
              </a:spcBef>
              <a:spcAft>
                <a:spcPts val="0"/>
              </a:spcAft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17" name="Google Shape;17;p2">
            <a:extLst xmlns:a="http://schemas.openxmlformats.org/drawingml/2006/main">
              <a:ext uri="{FF2B5EF4-FFF2-40B4-BE49-F238E27FC236}">
                <a16:creationId xmlns:a16="http://schemas.microsoft.com/office/drawing/2014/main" id="{CAF12BFB-FDC9-4875-BE24-BEAE4F67767A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524000" y="3602038"/>
            <a:ext cx="9144000" cy="165576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  <a:defRPr sz="2400"/>
            </a:lvl1pPr>
            <a:lvl2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2000"/>
            </a:lvl2pPr>
            <a:lvl3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800"/>
            </a:lvl3pPr>
            <a:lvl4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600"/>
            </a:lvl4pPr>
            <a:lvl5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600"/>
            </a:lvl5pPr>
            <a:lvl6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600"/>
            </a:lvl6pPr>
            <a:lvl7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600"/>
            </a:lvl7pPr>
            <a:lvl8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600"/>
            </a:lvl8pPr>
            <a:lvl9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600"/>
            </a:lvl9pPr>
          </a:lstStyle>
          <a:p xmlns:a="http://schemas.openxmlformats.org/drawingml/2006/main"/>
        </p:txBody>
      </p:sp>
      <p:sp>
        <p:nvSpPr>
          <p:cNvPr id="18" name="Google Shape;18;p2">
            <a:extLst xmlns:a="http://schemas.openxmlformats.org/drawingml/2006/main">
              <a:ext uri="{FF2B5EF4-FFF2-40B4-BE49-F238E27FC236}">
                <a16:creationId xmlns:a16="http://schemas.microsoft.com/office/drawing/2014/main" id="{188F87BD-88E6-45C5-97CE-BB641B2E722F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838200" y="6356350"/>
            <a:ext cx="27432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spcBef>
                <a:spcPts val="0"/>
              </a:spcBef>
              <a:spcAft>
                <a:spcPts val="0"/>
              </a:spcAft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19" name="Google Shape;19;p2">
            <a:extLst xmlns:a="http://schemas.openxmlformats.org/drawingml/2006/main">
              <a:ext uri="{FF2B5EF4-FFF2-40B4-BE49-F238E27FC236}">
                <a16:creationId xmlns:a16="http://schemas.microsoft.com/office/drawing/2014/main" id="{1C42363E-1DDD-46E7-85C8-7E291D84D8A5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4038600" y="6356350"/>
            <a:ext cx="41148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20" name="Google Shape;20;p2">
            <a:extLst xmlns:a="http://schemas.openxmlformats.org/drawingml/2006/main">
              <a:ext uri="{FF2B5EF4-FFF2-40B4-BE49-F238E27FC236}">
                <a16:creationId xmlns:a16="http://schemas.microsoft.com/office/drawing/2014/main" id="{BD1FE465-5D78-4A88-9032-03294F38A9F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610600" y="6356350"/>
            <a:ext cx="27432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indent="0" algn="r">
              <a:spcBef>
                <a:spcPts val="0"/>
              </a:spcBef>
              <a:buNone/>
              <a:defRPr/>
            </a:lvl1pPr>
            <a:lvl2pPr marL="0" indent="0" algn="r">
              <a:spcBef>
                <a:spcPts val="0"/>
              </a:spcBef>
              <a:buNone/>
              <a:defRPr/>
            </a:lvl2pPr>
            <a:lvl3pPr marL="0" indent="0" algn="r">
              <a:spcBef>
                <a:spcPts val="0"/>
              </a:spcBef>
              <a:buNone/>
              <a:defRPr/>
            </a:lvl3pPr>
            <a:lvl4pPr marL="0" indent="0" algn="r">
              <a:spcBef>
                <a:spcPts val="0"/>
              </a:spcBef>
              <a:buNone/>
              <a:defRPr/>
            </a:lvl4pPr>
            <a:lvl5pPr marL="0" indent="0" algn="r">
              <a:spcBef>
                <a:spcPts val="0"/>
              </a:spcBef>
              <a:buNone/>
              <a:defRPr/>
            </a:lvl5pPr>
            <a:lvl6pPr marL="0" indent="0" algn="r">
              <a:spcBef>
                <a:spcPts val="0"/>
              </a:spcBef>
              <a:buNone/>
              <a:defRPr/>
            </a:lvl6pPr>
            <a:lvl7pPr marL="0" indent="0" algn="r">
              <a:spcBef>
                <a:spcPts val="0"/>
              </a:spcBef>
              <a:buNone/>
              <a:defRPr/>
            </a:lvl7pPr>
            <a:lvl8pPr marL="0" indent="0" algn="r">
              <a:spcBef>
                <a:spcPts val="0"/>
              </a:spcBef>
              <a:buNone/>
              <a:defRPr/>
            </a:lvl8pPr>
            <a:lvl9pPr marL="0" indent="0" algn="r">
              <a:spcBef>
                <a:spcPts val="0"/>
              </a:spcBef>
              <a:buNone/>
              <a:defRPr/>
            </a:lvl9pPr>
          </a:lstStyle>
          <a:p xmlns:a="http://schemas.openxmlformats.org/drawingml/2006/main"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</a:p>
        </p:txBody>
      </p:sp>
    </p:spTree>
  </p:cSld>
</p:sldLayout>
</file>

<file path=ppt/slideLayouts/slideLayout2.xml><?xml version="1.0" encoding="utf-8"?>
<p:sldLayout xmlns:p="http://schemas.openxmlformats.org/presentationml/2006/main" matchingName="Title and Content" type="obj">
  <p:cSld name="OBJEC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Google Shape;22;p3">
            <a:extLst xmlns:a="http://schemas.openxmlformats.org/drawingml/2006/main">
              <a:ext uri="{FF2B5EF4-FFF2-40B4-BE49-F238E27FC236}">
                <a16:creationId xmlns:a16="http://schemas.microsoft.com/office/drawing/2014/main" id="{590363D3-6F89-4C3D-BCD0-3E3F785A202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5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>
              <a:spcBef>
                <a:spcPts val="0"/>
              </a:spcBef>
              <a:spcAft>
                <a:spcPts val="0"/>
              </a:spcAft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23" name="Google Shape;23;p3">
            <a:extLst xmlns:a="http://schemas.openxmlformats.org/drawingml/2006/main">
              <a:ext uri="{FF2B5EF4-FFF2-40B4-BE49-F238E27FC236}">
                <a16:creationId xmlns:a16="http://schemas.microsoft.com/office/drawing/2014/main" id="{0541B812-43D5-4B23-850D-E76E62236FEA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har char="•"/>
              <a:defRPr/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9pPr>
          </a:lstStyle>
          <a:p xmlns:a="http://schemas.openxmlformats.org/drawingml/2006/main"/>
        </p:txBody>
      </p:sp>
      <p:sp>
        <p:nvSpPr>
          <p:cNvPr id="24" name="Google Shape;24;p3">
            <a:extLst xmlns:a="http://schemas.openxmlformats.org/drawingml/2006/main">
              <a:ext uri="{FF2B5EF4-FFF2-40B4-BE49-F238E27FC236}">
                <a16:creationId xmlns:a16="http://schemas.microsoft.com/office/drawing/2014/main" id="{2F5866EA-4236-43FF-94A9-E4E1218E6EF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838200" y="6356350"/>
            <a:ext cx="27432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spcBef>
                <a:spcPts val="0"/>
              </a:spcBef>
              <a:spcAft>
                <a:spcPts val="0"/>
              </a:spcAft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25" name="Google Shape;25;p3">
            <a:extLst xmlns:a="http://schemas.openxmlformats.org/drawingml/2006/main">
              <a:ext uri="{FF2B5EF4-FFF2-40B4-BE49-F238E27FC236}">
                <a16:creationId xmlns:a16="http://schemas.microsoft.com/office/drawing/2014/main" id="{EAB2B8A1-F83D-4E87-9A48-02833E123F82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4038600" y="6356350"/>
            <a:ext cx="41148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26" name="Google Shape;26;p3">
            <a:extLst xmlns:a="http://schemas.openxmlformats.org/drawingml/2006/main">
              <a:ext uri="{FF2B5EF4-FFF2-40B4-BE49-F238E27FC236}">
                <a16:creationId xmlns:a16="http://schemas.microsoft.com/office/drawing/2014/main" id="{4C0F90C0-3695-45E1-A647-114D711FFE01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610600" y="6356350"/>
            <a:ext cx="27432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indent="0" algn="r">
              <a:spcBef>
                <a:spcPts val="0"/>
              </a:spcBef>
              <a:buNone/>
              <a:defRPr/>
            </a:lvl1pPr>
            <a:lvl2pPr marL="0" indent="0" algn="r">
              <a:spcBef>
                <a:spcPts val="0"/>
              </a:spcBef>
              <a:buNone/>
              <a:defRPr/>
            </a:lvl2pPr>
            <a:lvl3pPr marL="0" indent="0" algn="r">
              <a:spcBef>
                <a:spcPts val="0"/>
              </a:spcBef>
              <a:buNone/>
              <a:defRPr/>
            </a:lvl3pPr>
            <a:lvl4pPr marL="0" indent="0" algn="r">
              <a:spcBef>
                <a:spcPts val="0"/>
              </a:spcBef>
              <a:buNone/>
              <a:defRPr/>
            </a:lvl4pPr>
            <a:lvl5pPr marL="0" indent="0" algn="r">
              <a:spcBef>
                <a:spcPts val="0"/>
              </a:spcBef>
              <a:buNone/>
              <a:defRPr/>
            </a:lvl5pPr>
            <a:lvl6pPr marL="0" indent="0" algn="r">
              <a:spcBef>
                <a:spcPts val="0"/>
              </a:spcBef>
              <a:buNone/>
              <a:defRPr/>
            </a:lvl6pPr>
            <a:lvl7pPr marL="0" indent="0" algn="r">
              <a:spcBef>
                <a:spcPts val="0"/>
              </a:spcBef>
              <a:buNone/>
              <a:defRPr/>
            </a:lvl7pPr>
            <a:lvl8pPr marL="0" indent="0" algn="r">
              <a:spcBef>
                <a:spcPts val="0"/>
              </a:spcBef>
              <a:buNone/>
              <a:defRPr/>
            </a:lvl8pPr>
            <a:lvl9pPr marL="0" indent="0" algn="r">
              <a:spcBef>
                <a:spcPts val="0"/>
              </a:spcBef>
              <a:buNone/>
              <a:defRPr/>
            </a:lvl9pPr>
          </a:lstStyle>
          <a:p xmlns:a="http://schemas.openxmlformats.org/drawingml/2006/main"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</a:p>
        </p:txBody>
      </p:sp>
    </p:spTree>
  </p:cSld>
</p:sldLayout>
</file>

<file path=ppt/slideLayouts/slideLayout3.xml><?xml version="1.0" encoding="utf-8"?>
<p:sldLayout xmlns:p="http://schemas.openxmlformats.org/presentationml/2006/main" matchingName="Section Header" type="secHead">
  <p:cSld name="SECTION_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Google Shape;28;p4">
            <a:extLst xmlns:a="http://schemas.openxmlformats.org/drawingml/2006/main">
              <a:ext uri="{FF2B5EF4-FFF2-40B4-BE49-F238E27FC236}">
                <a16:creationId xmlns:a16="http://schemas.microsoft.com/office/drawing/2014/main" id="{3F866835-FCF3-455A-B4E3-2F0AA15EE40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1850" y="1709738"/>
            <a:ext cx="10515600" cy="285273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rm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6000"/>
            </a:lvl1pPr>
            <a:lvl2pPr>
              <a:spcBef>
                <a:spcPts val="0"/>
              </a:spcBef>
              <a:spcAft>
                <a:spcPts val="0"/>
              </a:spcAft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29" name="Google Shape;29;p4">
            <a:extLst xmlns:a="http://schemas.openxmlformats.org/drawingml/2006/main">
              <a:ext uri="{FF2B5EF4-FFF2-40B4-BE49-F238E27FC236}">
                <a16:creationId xmlns:a16="http://schemas.microsoft.com/office/drawing/2014/main" id="{4B0039FF-BF0D-4197-B8B1-BF3302DBEEF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1850" y="4589463"/>
            <a:ext cx="10515600" cy="150018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  <a:defRPr sz="2400">
                <a:solidFill>
                  <a:srgbClr val="757575"/>
                </a:solidFill>
              </a:defRPr>
            </a:lvl1pPr>
            <a:lvl2pPr marL="9144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2000">
                <a:solidFill>
                  <a:srgbClr val="757575"/>
                </a:solidFill>
              </a:defRPr>
            </a:lvl2pPr>
            <a:lvl3pPr marL="13716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800">
                <a:solidFill>
                  <a:srgbClr val="757575"/>
                </a:solidFill>
              </a:defRPr>
            </a:lvl3pPr>
            <a:lvl4pPr marL="18288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600">
                <a:solidFill>
                  <a:srgbClr val="757575"/>
                </a:solidFill>
              </a:defRPr>
            </a:lvl4pPr>
            <a:lvl5pPr marL="22860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600">
                <a:solidFill>
                  <a:srgbClr val="757575"/>
                </a:solidFill>
              </a:defRPr>
            </a:lvl5pPr>
            <a:lvl6pPr marL="27432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600">
                <a:solidFill>
                  <a:srgbClr val="757575"/>
                </a:solidFill>
              </a:defRPr>
            </a:lvl6pPr>
            <a:lvl7pPr marL="32004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600">
                <a:solidFill>
                  <a:srgbClr val="757575"/>
                </a:solidFill>
              </a:defRPr>
            </a:lvl7pPr>
            <a:lvl8pPr marL="36576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600">
                <a:solidFill>
                  <a:srgbClr val="757575"/>
                </a:solidFill>
              </a:defRPr>
            </a:lvl8pPr>
            <a:lvl9pPr marL="41148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600">
                <a:solidFill>
                  <a:srgbClr val="757575"/>
                </a:solidFill>
              </a:defRPr>
            </a:lvl9pPr>
          </a:lstStyle>
          <a:p xmlns:a="http://schemas.openxmlformats.org/drawingml/2006/main"/>
        </p:txBody>
      </p:sp>
      <p:sp>
        <p:nvSpPr>
          <p:cNvPr id="30" name="Google Shape;30;p4">
            <a:extLst xmlns:a="http://schemas.openxmlformats.org/drawingml/2006/main">
              <a:ext uri="{FF2B5EF4-FFF2-40B4-BE49-F238E27FC236}">
                <a16:creationId xmlns:a16="http://schemas.microsoft.com/office/drawing/2014/main" id="{EDBF4417-6E9B-4351-BACB-8AF9DFE94BBA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838200" y="6356350"/>
            <a:ext cx="27432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spcBef>
                <a:spcPts val="0"/>
              </a:spcBef>
              <a:spcAft>
                <a:spcPts val="0"/>
              </a:spcAft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31" name="Google Shape;31;p4">
            <a:extLst xmlns:a="http://schemas.openxmlformats.org/drawingml/2006/main">
              <a:ext uri="{FF2B5EF4-FFF2-40B4-BE49-F238E27FC236}">
                <a16:creationId xmlns:a16="http://schemas.microsoft.com/office/drawing/2014/main" id="{DA9DACCA-F1C7-4FF9-81FC-5B4B08E0C972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4038600" y="6356350"/>
            <a:ext cx="41148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32" name="Google Shape;32;p4">
            <a:extLst xmlns:a="http://schemas.openxmlformats.org/drawingml/2006/main">
              <a:ext uri="{FF2B5EF4-FFF2-40B4-BE49-F238E27FC236}">
                <a16:creationId xmlns:a16="http://schemas.microsoft.com/office/drawing/2014/main" id="{07A69BCC-927D-4E94-8EFA-A8795E2BA7F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610600" y="6356350"/>
            <a:ext cx="27432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indent="0" algn="r">
              <a:spcBef>
                <a:spcPts val="0"/>
              </a:spcBef>
              <a:buNone/>
              <a:defRPr/>
            </a:lvl1pPr>
            <a:lvl2pPr marL="0" indent="0" algn="r">
              <a:spcBef>
                <a:spcPts val="0"/>
              </a:spcBef>
              <a:buNone/>
              <a:defRPr/>
            </a:lvl2pPr>
            <a:lvl3pPr marL="0" indent="0" algn="r">
              <a:spcBef>
                <a:spcPts val="0"/>
              </a:spcBef>
              <a:buNone/>
              <a:defRPr/>
            </a:lvl3pPr>
            <a:lvl4pPr marL="0" indent="0" algn="r">
              <a:spcBef>
                <a:spcPts val="0"/>
              </a:spcBef>
              <a:buNone/>
              <a:defRPr/>
            </a:lvl4pPr>
            <a:lvl5pPr marL="0" indent="0" algn="r">
              <a:spcBef>
                <a:spcPts val="0"/>
              </a:spcBef>
              <a:buNone/>
              <a:defRPr/>
            </a:lvl5pPr>
            <a:lvl6pPr marL="0" indent="0" algn="r">
              <a:spcBef>
                <a:spcPts val="0"/>
              </a:spcBef>
              <a:buNone/>
              <a:defRPr/>
            </a:lvl6pPr>
            <a:lvl7pPr marL="0" indent="0" algn="r">
              <a:spcBef>
                <a:spcPts val="0"/>
              </a:spcBef>
              <a:buNone/>
              <a:defRPr/>
            </a:lvl7pPr>
            <a:lvl8pPr marL="0" indent="0" algn="r">
              <a:spcBef>
                <a:spcPts val="0"/>
              </a:spcBef>
              <a:buNone/>
              <a:defRPr/>
            </a:lvl8pPr>
            <a:lvl9pPr marL="0" indent="0" algn="r">
              <a:spcBef>
                <a:spcPts val="0"/>
              </a:spcBef>
              <a:buNone/>
              <a:defRPr/>
            </a:lvl9pPr>
          </a:lstStyle>
          <a:p xmlns:a="http://schemas.openxmlformats.org/drawingml/2006/main"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</a:p>
        </p:txBody>
      </p:sp>
    </p:spTree>
  </p:cSld>
</p:sldLayout>
</file>

<file path=ppt/slideLayouts/slideLayout4.xml><?xml version="1.0" encoding="utf-8"?>
<p:sldLayout xmlns:p="http://schemas.openxmlformats.org/presentationml/2006/main" matchingName="Two Content" type="twoObj">
  <p:cSld name="TWO_OBJECTS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4" name="Google Shape;34;p5">
            <a:extLst xmlns:a="http://schemas.openxmlformats.org/drawingml/2006/main">
              <a:ext uri="{FF2B5EF4-FFF2-40B4-BE49-F238E27FC236}">
                <a16:creationId xmlns:a16="http://schemas.microsoft.com/office/drawing/2014/main" id="{611E7135-61D0-4075-9B24-D8B4303FADD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5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>
              <a:spcBef>
                <a:spcPts val="0"/>
              </a:spcBef>
              <a:spcAft>
                <a:spcPts val="0"/>
              </a:spcAft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35" name="Google Shape;35;p5">
            <a:extLst xmlns:a="http://schemas.openxmlformats.org/drawingml/2006/main">
              <a:ext uri="{FF2B5EF4-FFF2-40B4-BE49-F238E27FC236}">
                <a16:creationId xmlns:a16="http://schemas.microsoft.com/office/drawing/2014/main" id="{C83F2251-9377-42FC-A001-AE53FB8385AF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5181600" cy="435133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har char="•"/>
              <a:defRPr/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9pPr>
          </a:lstStyle>
          <a:p xmlns:a="http://schemas.openxmlformats.org/drawingml/2006/main"/>
        </p:txBody>
      </p:sp>
      <p:sp>
        <p:nvSpPr>
          <p:cNvPr id="36" name="Google Shape;36;p5">
            <a:extLst xmlns:a="http://schemas.openxmlformats.org/drawingml/2006/main">
              <a:ext uri="{FF2B5EF4-FFF2-40B4-BE49-F238E27FC236}">
                <a16:creationId xmlns:a16="http://schemas.microsoft.com/office/drawing/2014/main" id="{BD5C32AA-0344-4F3F-8C5F-E02B0ACA24C2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172200" y="1825625"/>
            <a:ext cx="5181600" cy="435133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har char="•"/>
              <a:defRPr/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9pPr>
          </a:lstStyle>
          <a:p xmlns:a="http://schemas.openxmlformats.org/drawingml/2006/main"/>
        </p:txBody>
      </p:sp>
      <p:sp>
        <p:nvSpPr>
          <p:cNvPr id="37" name="Google Shape;37;p5">
            <a:extLst xmlns:a="http://schemas.openxmlformats.org/drawingml/2006/main">
              <a:ext uri="{FF2B5EF4-FFF2-40B4-BE49-F238E27FC236}">
                <a16:creationId xmlns:a16="http://schemas.microsoft.com/office/drawing/2014/main" id="{51D858CD-6C8F-471D-8032-274BB15494ED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838200" y="6356350"/>
            <a:ext cx="27432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spcBef>
                <a:spcPts val="0"/>
              </a:spcBef>
              <a:spcAft>
                <a:spcPts val="0"/>
              </a:spcAft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38" name="Google Shape;38;p5">
            <a:extLst xmlns:a="http://schemas.openxmlformats.org/drawingml/2006/main">
              <a:ext uri="{FF2B5EF4-FFF2-40B4-BE49-F238E27FC236}">
                <a16:creationId xmlns:a16="http://schemas.microsoft.com/office/drawing/2014/main" id="{6529CC9A-FA64-4317-B4F3-55720F194E4B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4038600" y="6356350"/>
            <a:ext cx="41148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39" name="Google Shape;39;p5">
            <a:extLst xmlns:a="http://schemas.openxmlformats.org/drawingml/2006/main">
              <a:ext uri="{FF2B5EF4-FFF2-40B4-BE49-F238E27FC236}">
                <a16:creationId xmlns:a16="http://schemas.microsoft.com/office/drawing/2014/main" id="{ADEE7260-63EC-48A6-AF97-57CF09B5F5F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610600" y="6356350"/>
            <a:ext cx="27432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indent="0" algn="r">
              <a:spcBef>
                <a:spcPts val="0"/>
              </a:spcBef>
              <a:buNone/>
              <a:defRPr/>
            </a:lvl1pPr>
            <a:lvl2pPr marL="0" indent="0" algn="r">
              <a:spcBef>
                <a:spcPts val="0"/>
              </a:spcBef>
              <a:buNone/>
              <a:defRPr/>
            </a:lvl2pPr>
            <a:lvl3pPr marL="0" indent="0" algn="r">
              <a:spcBef>
                <a:spcPts val="0"/>
              </a:spcBef>
              <a:buNone/>
              <a:defRPr/>
            </a:lvl3pPr>
            <a:lvl4pPr marL="0" indent="0" algn="r">
              <a:spcBef>
                <a:spcPts val="0"/>
              </a:spcBef>
              <a:buNone/>
              <a:defRPr/>
            </a:lvl4pPr>
            <a:lvl5pPr marL="0" indent="0" algn="r">
              <a:spcBef>
                <a:spcPts val="0"/>
              </a:spcBef>
              <a:buNone/>
              <a:defRPr/>
            </a:lvl5pPr>
            <a:lvl6pPr marL="0" indent="0" algn="r">
              <a:spcBef>
                <a:spcPts val="0"/>
              </a:spcBef>
              <a:buNone/>
              <a:defRPr/>
            </a:lvl6pPr>
            <a:lvl7pPr marL="0" indent="0" algn="r">
              <a:spcBef>
                <a:spcPts val="0"/>
              </a:spcBef>
              <a:buNone/>
              <a:defRPr/>
            </a:lvl7pPr>
            <a:lvl8pPr marL="0" indent="0" algn="r">
              <a:spcBef>
                <a:spcPts val="0"/>
              </a:spcBef>
              <a:buNone/>
              <a:defRPr/>
            </a:lvl8pPr>
            <a:lvl9pPr marL="0" indent="0" algn="r">
              <a:spcBef>
                <a:spcPts val="0"/>
              </a:spcBef>
              <a:buNone/>
              <a:defRPr/>
            </a:lvl9pPr>
          </a:lstStyle>
          <a:p xmlns:a="http://schemas.openxmlformats.org/drawingml/2006/main"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</a:p>
        </p:txBody>
      </p:sp>
    </p:spTree>
  </p:cSld>
</p:sldLayout>
</file>

<file path=ppt/slideLayouts/slideLayout5.xml><?xml version="1.0" encoding="utf-8"?>
<p:sldLayout xmlns:p="http://schemas.openxmlformats.org/presentationml/2006/main" matchingName="Comparison" type="twoTxTwoObj">
  <p:cSld name="TWO_OBJECTS_WITH_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1" name="Google Shape;41;p6">
            <a:extLst xmlns:a="http://schemas.openxmlformats.org/drawingml/2006/main">
              <a:ext uri="{FF2B5EF4-FFF2-40B4-BE49-F238E27FC236}">
                <a16:creationId xmlns:a16="http://schemas.microsoft.com/office/drawing/2014/main" id="{CAEEE20A-EB33-41BE-AD09-768E72B3DDA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365125"/>
            <a:ext cx="10515600" cy="13255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>
              <a:spcBef>
                <a:spcPts val="0"/>
              </a:spcBef>
              <a:spcAft>
                <a:spcPts val="0"/>
              </a:spcAft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42" name="Google Shape;42;p6">
            <a:extLst xmlns:a="http://schemas.openxmlformats.org/drawingml/2006/main">
              <a:ext uri="{FF2B5EF4-FFF2-40B4-BE49-F238E27FC236}">
                <a16:creationId xmlns:a16="http://schemas.microsoft.com/office/drawing/2014/main" id="{55BBE4E9-0FEA-4B1B-B77C-0879F3F57E0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9788" y="1681163"/>
            <a:ext cx="5157787" cy="8239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rmAutofit/>
          </a:bodyPr>
          <a:lstStyle xmlns:a="http://schemas.openxmlformats.org/drawingml/2006/main">
            <a:lvl1pPr marL="4572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  <a:defRPr sz="2400" b="1"/>
            </a:lvl1pPr>
            <a:lvl2pPr marL="9144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2000" b="1"/>
            </a:lvl2pPr>
            <a:lvl3pPr marL="13716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800" b="1"/>
            </a:lvl3pPr>
            <a:lvl4pPr marL="18288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600" b="1"/>
            </a:lvl4pPr>
            <a:lvl5pPr marL="22860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600" b="1"/>
            </a:lvl5pPr>
            <a:lvl6pPr marL="27432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600" b="1"/>
            </a:lvl6pPr>
            <a:lvl7pPr marL="32004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600" b="1"/>
            </a:lvl7pPr>
            <a:lvl8pPr marL="36576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600" b="1"/>
            </a:lvl8pPr>
            <a:lvl9pPr marL="41148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600" b="1"/>
            </a:lvl9pPr>
          </a:lstStyle>
          <a:p xmlns:a="http://schemas.openxmlformats.org/drawingml/2006/main"/>
        </p:txBody>
      </p:sp>
      <p:sp>
        <p:nvSpPr>
          <p:cNvPr id="43" name="Google Shape;43;p6">
            <a:extLst xmlns:a="http://schemas.openxmlformats.org/drawingml/2006/main">
              <a:ext uri="{FF2B5EF4-FFF2-40B4-BE49-F238E27FC236}">
                <a16:creationId xmlns:a16="http://schemas.microsoft.com/office/drawing/2014/main" id="{F3725A43-D98A-4AD2-B98C-62234DDCF068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505075"/>
            <a:ext cx="5157787" cy="36845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har char="•"/>
              <a:defRPr/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9pPr>
          </a:lstStyle>
          <a:p xmlns:a="http://schemas.openxmlformats.org/drawingml/2006/main"/>
        </p:txBody>
      </p:sp>
      <p:sp>
        <p:nvSpPr>
          <p:cNvPr id="44" name="Google Shape;44;p6">
            <a:extLst xmlns:a="http://schemas.openxmlformats.org/drawingml/2006/main">
              <a:ext uri="{FF2B5EF4-FFF2-40B4-BE49-F238E27FC236}">
                <a16:creationId xmlns:a16="http://schemas.microsoft.com/office/drawing/2014/main" id="{088D1FF3-6F27-433E-A0E0-FFD958088FB9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6172200" y="1681163"/>
            <a:ext cx="5183188" cy="8239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rmAutofit/>
          </a:bodyPr>
          <a:lstStyle xmlns:a="http://schemas.openxmlformats.org/drawingml/2006/main">
            <a:lvl1pPr marL="4572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  <a:defRPr sz="2400" b="1"/>
            </a:lvl1pPr>
            <a:lvl2pPr marL="9144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2000" b="1"/>
            </a:lvl2pPr>
            <a:lvl3pPr marL="13716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800" b="1"/>
            </a:lvl3pPr>
            <a:lvl4pPr marL="18288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600" b="1"/>
            </a:lvl4pPr>
            <a:lvl5pPr marL="22860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600" b="1"/>
            </a:lvl5pPr>
            <a:lvl6pPr marL="27432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600" b="1"/>
            </a:lvl6pPr>
            <a:lvl7pPr marL="32004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600" b="1"/>
            </a:lvl7pPr>
            <a:lvl8pPr marL="36576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600" b="1"/>
            </a:lvl8pPr>
            <a:lvl9pPr marL="41148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600" b="1"/>
            </a:lvl9pPr>
          </a:lstStyle>
          <a:p xmlns:a="http://schemas.openxmlformats.org/drawingml/2006/main"/>
        </p:txBody>
      </p:sp>
      <p:sp>
        <p:nvSpPr>
          <p:cNvPr id="45" name="Google Shape;45;p6">
            <a:extLst xmlns:a="http://schemas.openxmlformats.org/drawingml/2006/main">
              <a:ext uri="{FF2B5EF4-FFF2-40B4-BE49-F238E27FC236}">
                <a16:creationId xmlns:a16="http://schemas.microsoft.com/office/drawing/2014/main" id="{746113AD-00E9-462C-9432-24E411BB44B5}"/>
              </a:ext>
            </a:extLst>
          </p:cNvPr>
          <p:cNvSpPr>
            <a:spLocks xmlns:a="http://schemas.openxmlformats.org/drawingml/2006/main" noGrp="1"/>
          </p:cNvSpPr>
          <p:nvPr>
            <p:ph type="body" idx="4"/>
          </p:nvPr>
        </p:nvSpPr>
        <p:spPr>
          <a:xfrm xmlns:a="http://schemas.openxmlformats.org/drawingml/2006/main">
            <a:off x="6172200" y="2505075"/>
            <a:ext cx="5183188" cy="36845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har char="•"/>
              <a:defRPr/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9pPr>
          </a:lstStyle>
          <a:p xmlns:a="http://schemas.openxmlformats.org/drawingml/2006/main"/>
        </p:txBody>
      </p:sp>
      <p:sp>
        <p:nvSpPr>
          <p:cNvPr id="46" name="Google Shape;46;p6">
            <a:extLst xmlns:a="http://schemas.openxmlformats.org/drawingml/2006/main">
              <a:ext uri="{FF2B5EF4-FFF2-40B4-BE49-F238E27FC236}">
                <a16:creationId xmlns:a16="http://schemas.microsoft.com/office/drawing/2014/main" id="{93720B6C-9BE9-49E7-A5E8-84CAD2D25087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838200" y="6356350"/>
            <a:ext cx="27432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spcBef>
                <a:spcPts val="0"/>
              </a:spcBef>
              <a:spcAft>
                <a:spcPts val="0"/>
              </a:spcAft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47" name="Google Shape;47;p6">
            <a:extLst xmlns:a="http://schemas.openxmlformats.org/drawingml/2006/main">
              <a:ext uri="{FF2B5EF4-FFF2-40B4-BE49-F238E27FC236}">
                <a16:creationId xmlns:a16="http://schemas.microsoft.com/office/drawing/2014/main" id="{E16E7863-DFAA-41ED-9977-AC8223A93D46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4038600" y="6356350"/>
            <a:ext cx="41148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48" name="Google Shape;48;p6">
            <a:extLst xmlns:a="http://schemas.openxmlformats.org/drawingml/2006/main">
              <a:ext uri="{FF2B5EF4-FFF2-40B4-BE49-F238E27FC236}">
                <a16:creationId xmlns:a16="http://schemas.microsoft.com/office/drawing/2014/main" id="{EFF31786-A4C5-43D9-AE26-70CCA54FD8E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610600" y="6356350"/>
            <a:ext cx="27432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indent="0" algn="r">
              <a:spcBef>
                <a:spcPts val="0"/>
              </a:spcBef>
              <a:buNone/>
              <a:defRPr/>
            </a:lvl1pPr>
            <a:lvl2pPr marL="0" indent="0" algn="r">
              <a:spcBef>
                <a:spcPts val="0"/>
              </a:spcBef>
              <a:buNone/>
              <a:defRPr/>
            </a:lvl2pPr>
            <a:lvl3pPr marL="0" indent="0" algn="r">
              <a:spcBef>
                <a:spcPts val="0"/>
              </a:spcBef>
              <a:buNone/>
              <a:defRPr/>
            </a:lvl3pPr>
            <a:lvl4pPr marL="0" indent="0" algn="r">
              <a:spcBef>
                <a:spcPts val="0"/>
              </a:spcBef>
              <a:buNone/>
              <a:defRPr/>
            </a:lvl4pPr>
            <a:lvl5pPr marL="0" indent="0" algn="r">
              <a:spcBef>
                <a:spcPts val="0"/>
              </a:spcBef>
              <a:buNone/>
              <a:defRPr/>
            </a:lvl5pPr>
            <a:lvl6pPr marL="0" indent="0" algn="r">
              <a:spcBef>
                <a:spcPts val="0"/>
              </a:spcBef>
              <a:buNone/>
              <a:defRPr/>
            </a:lvl6pPr>
            <a:lvl7pPr marL="0" indent="0" algn="r">
              <a:spcBef>
                <a:spcPts val="0"/>
              </a:spcBef>
              <a:buNone/>
              <a:defRPr/>
            </a:lvl7pPr>
            <a:lvl8pPr marL="0" indent="0" algn="r">
              <a:spcBef>
                <a:spcPts val="0"/>
              </a:spcBef>
              <a:buNone/>
              <a:defRPr/>
            </a:lvl8pPr>
            <a:lvl9pPr marL="0" indent="0" algn="r">
              <a:spcBef>
                <a:spcPts val="0"/>
              </a:spcBef>
              <a:buNone/>
              <a:defRPr/>
            </a:lvl9pPr>
          </a:lstStyle>
          <a:p xmlns:a="http://schemas.openxmlformats.org/drawingml/2006/main"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</a:p>
        </p:txBody>
      </p:sp>
    </p:spTree>
  </p:cSld>
</p:sldLayout>
</file>

<file path=ppt/slideLayouts/slideLayout6.xml><?xml version="1.0" encoding="utf-8"?>
<p:sldLayout xmlns:p="http://schemas.openxmlformats.org/presentationml/2006/main" matchingName="Title Only" type="titleOnly">
  <p:cSld name="TITLE_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0" name="Google Shape;50;p7">
            <a:extLst xmlns:a="http://schemas.openxmlformats.org/drawingml/2006/main">
              <a:ext uri="{FF2B5EF4-FFF2-40B4-BE49-F238E27FC236}">
                <a16:creationId xmlns:a16="http://schemas.microsoft.com/office/drawing/2014/main" id="{9D1A6DE3-9341-400F-AAE5-F20736686D2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5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>
              <a:spcBef>
                <a:spcPts val="0"/>
              </a:spcBef>
              <a:spcAft>
                <a:spcPts val="0"/>
              </a:spcAft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51" name="Google Shape;51;p7">
            <a:extLst xmlns:a="http://schemas.openxmlformats.org/drawingml/2006/main">
              <a:ext uri="{FF2B5EF4-FFF2-40B4-BE49-F238E27FC236}">
                <a16:creationId xmlns:a16="http://schemas.microsoft.com/office/drawing/2014/main" id="{62954F1F-74A2-48CC-AC73-5DC1C9A22E93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838200" y="6356350"/>
            <a:ext cx="27432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spcBef>
                <a:spcPts val="0"/>
              </a:spcBef>
              <a:spcAft>
                <a:spcPts val="0"/>
              </a:spcAft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52" name="Google Shape;52;p7">
            <a:extLst xmlns:a="http://schemas.openxmlformats.org/drawingml/2006/main">
              <a:ext uri="{FF2B5EF4-FFF2-40B4-BE49-F238E27FC236}">
                <a16:creationId xmlns:a16="http://schemas.microsoft.com/office/drawing/2014/main" id="{E3C261D3-FE35-4A9F-B57F-C1C3DC64F699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4038600" y="6356350"/>
            <a:ext cx="41148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53" name="Google Shape;53;p7">
            <a:extLst xmlns:a="http://schemas.openxmlformats.org/drawingml/2006/main">
              <a:ext uri="{FF2B5EF4-FFF2-40B4-BE49-F238E27FC236}">
                <a16:creationId xmlns:a16="http://schemas.microsoft.com/office/drawing/2014/main" id="{186629B3-30EB-4595-A83C-DFAF6735647F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610600" y="6356350"/>
            <a:ext cx="27432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indent="0" algn="r">
              <a:spcBef>
                <a:spcPts val="0"/>
              </a:spcBef>
              <a:buNone/>
              <a:defRPr/>
            </a:lvl1pPr>
            <a:lvl2pPr marL="0" indent="0" algn="r">
              <a:spcBef>
                <a:spcPts val="0"/>
              </a:spcBef>
              <a:buNone/>
              <a:defRPr/>
            </a:lvl2pPr>
            <a:lvl3pPr marL="0" indent="0" algn="r">
              <a:spcBef>
                <a:spcPts val="0"/>
              </a:spcBef>
              <a:buNone/>
              <a:defRPr/>
            </a:lvl3pPr>
            <a:lvl4pPr marL="0" indent="0" algn="r">
              <a:spcBef>
                <a:spcPts val="0"/>
              </a:spcBef>
              <a:buNone/>
              <a:defRPr/>
            </a:lvl4pPr>
            <a:lvl5pPr marL="0" indent="0" algn="r">
              <a:spcBef>
                <a:spcPts val="0"/>
              </a:spcBef>
              <a:buNone/>
              <a:defRPr/>
            </a:lvl5pPr>
            <a:lvl6pPr marL="0" indent="0" algn="r">
              <a:spcBef>
                <a:spcPts val="0"/>
              </a:spcBef>
              <a:buNone/>
              <a:defRPr/>
            </a:lvl6pPr>
            <a:lvl7pPr marL="0" indent="0" algn="r">
              <a:spcBef>
                <a:spcPts val="0"/>
              </a:spcBef>
              <a:buNone/>
              <a:defRPr/>
            </a:lvl7pPr>
            <a:lvl8pPr marL="0" indent="0" algn="r">
              <a:spcBef>
                <a:spcPts val="0"/>
              </a:spcBef>
              <a:buNone/>
              <a:defRPr/>
            </a:lvl8pPr>
            <a:lvl9pPr marL="0" indent="0" algn="r">
              <a:spcBef>
                <a:spcPts val="0"/>
              </a:spcBef>
              <a:buNone/>
              <a:defRPr/>
            </a:lvl9pPr>
          </a:lstStyle>
          <a:p xmlns:a="http://schemas.openxmlformats.org/drawingml/2006/main"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</a:p>
        </p:txBody>
      </p:sp>
    </p:spTree>
  </p:cSld>
</p:sldLayout>
</file>

<file path=ppt/slideLayouts/slideLayout7.xml><?xml version="1.0" encoding="utf-8"?>
<p:sldLayout xmlns:p="http://schemas.openxmlformats.org/presentationml/2006/main" matchingName="Blank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5" name="Google Shape;55;p8">
            <a:extLst xmlns:a="http://schemas.openxmlformats.org/drawingml/2006/main">
              <a:ext uri="{FF2B5EF4-FFF2-40B4-BE49-F238E27FC236}">
                <a16:creationId xmlns:a16="http://schemas.microsoft.com/office/drawing/2014/main" id="{A4B711EB-9416-4623-883E-65205197BE4E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838200" y="6356350"/>
            <a:ext cx="27432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spcBef>
                <a:spcPts val="0"/>
              </a:spcBef>
              <a:spcAft>
                <a:spcPts val="0"/>
              </a:spcAft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56" name="Google Shape;56;p8">
            <a:extLst xmlns:a="http://schemas.openxmlformats.org/drawingml/2006/main">
              <a:ext uri="{FF2B5EF4-FFF2-40B4-BE49-F238E27FC236}">
                <a16:creationId xmlns:a16="http://schemas.microsoft.com/office/drawing/2014/main" id="{E8FB4F64-39D9-4BE9-8323-35D257ECBA44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4038600" y="6356350"/>
            <a:ext cx="41148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57" name="Google Shape;57;p8">
            <a:extLst xmlns:a="http://schemas.openxmlformats.org/drawingml/2006/main">
              <a:ext uri="{FF2B5EF4-FFF2-40B4-BE49-F238E27FC236}">
                <a16:creationId xmlns:a16="http://schemas.microsoft.com/office/drawing/2014/main" id="{9448B1B2-0393-4804-BE41-E5159ED2D4E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610600" y="6356350"/>
            <a:ext cx="27432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indent="0" algn="r">
              <a:spcBef>
                <a:spcPts val="0"/>
              </a:spcBef>
              <a:buNone/>
              <a:defRPr/>
            </a:lvl1pPr>
            <a:lvl2pPr marL="0" indent="0" algn="r">
              <a:spcBef>
                <a:spcPts val="0"/>
              </a:spcBef>
              <a:buNone/>
              <a:defRPr/>
            </a:lvl2pPr>
            <a:lvl3pPr marL="0" indent="0" algn="r">
              <a:spcBef>
                <a:spcPts val="0"/>
              </a:spcBef>
              <a:buNone/>
              <a:defRPr/>
            </a:lvl3pPr>
            <a:lvl4pPr marL="0" indent="0" algn="r">
              <a:spcBef>
                <a:spcPts val="0"/>
              </a:spcBef>
              <a:buNone/>
              <a:defRPr/>
            </a:lvl4pPr>
            <a:lvl5pPr marL="0" indent="0" algn="r">
              <a:spcBef>
                <a:spcPts val="0"/>
              </a:spcBef>
              <a:buNone/>
              <a:defRPr/>
            </a:lvl5pPr>
            <a:lvl6pPr marL="0" indent="0" algn="r">
              <a:spcBef>
                <a:spcPts val="0"/>
              </a:spcBef>
              <a:buNone/>
              <a:defRPr/>
            </a:lvl6pPr>
            <a:lvl7pPr marL="0" indent="0" algn="r">
              <a:spcBef>
                <a:spcPts val="0"/>
              </a:spcBef>
              <a:buNone/>
              <a:defRPr/>
            </a:lvl7pPr>
            <a:lvl8pPr marL="0" indent="0" algn="r">
              <a:spcBef>
                <a:spcPts val="0"/>
              </a:spcBef>
              <a:buNone/>
              <a:defRPr/>
            </a:lvl8pPr>
            <a:lvl9pPr marL="0" indent="0" algn="r">
              <a:spcBef>
                <a:spcPts val="0"/>
              </a:spcBef>
              <a:buNone/>
              <a:defRPr/>
            </a:lvl9pPr>
          </a:lstStyle>
          <a:p xmlns:a="http://schemas.openxmlformats.org/drawingml/2006/main"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</a:p>
        </p:txBody>
      </p:sp>
    </p:spTree>
  </p:cSld>
</p:sldLayout>
</file>

<file path=ppt/slideLayouts/slideLayout8.xml><?xml version="1.0" encoding="utf-8"?>
<p:sldLayout xmlns:p="http://schemas.openxmlformats.org/presentationml/2006/main" matchingName="Content with Caption" type="objTx">
  <p:cSld name="OBJECT_WITH_CAPTION_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9" name="Google Shape;59;p9">
            <a:extLst xmlns:a="http://schemas.openxmlformats.org/drawingml/2006/main">
              <a:ext uri="{FF2B5EF4-FFF2-40B4-BE49-F238E27FC236}">
                <a16:creationId xmlns:a16="http://schemas.microsoft.com/office/drawing/2014/main" id="{36641DDF-7E66-4660-9A07-5B66201A2DD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rm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3200"/>
            </a:lvl1pPr>
            <a:lvl2pPr>
              <a:spcBef>
                <a:spcPts val="0"/>
              </a:spcBef>
              <a:spcAft>
                <a:spcPts val="0"/>
              </a:spcAft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60" name="Google Shape;60;p9">
            <a:extLst xmlns:a="http://schemas.openxmlformats.org/drawingml/2006/main">
              <a:ext uri="{FF2B5EF4-FFF2-40B4-BE49-F238E27FC236}">
                <a16:creationId xmlns:a16="http://schemas.microsoft.com/office/drawing/2014/main" id="{60A0CF17-8D81-4722-AF91-1A7AA917CBC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5183188" y="987425"/>
            <a:ext cx="6172200" cy="4873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4318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har char="•"/>
              <a:defRPr sz="3200"/>
            </a:lvl1pPr>
            <a:lvl2pPr marL="914400" indent="-406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 sz="2800"/>
            </a:lvl2pPr>
            <a:lvl3pPr marL="1371600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 sz="2400"/>
            </a:lvl3pPr>
            <a:lvl4pPr marL="1828800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 sz="2000"/>
            </a:lvl4pPr>
            <a:lvl5pPr marL="2286000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 sz="2000"/>
            </a:lvl5pPr>
            <a:lvl6pPr marL="2743200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 sz="2000"/>
            </a:lvl6pPr>
            <a:lvl7pPr marL="3200400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 sz="2000"/>
            </a:lvl7pPr>
            <a:lvl8pPr marL="3657600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 sz="2000"/>
            </a:lvl8pPr>
            <a:lvl9pPr marL="4114800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 sz="2000"/>
            </a:lvl9pPr>
          </a:lstStyle>
          <a:p xmlns:a="http://schemas.openxmlformats.org/drawingml/2006/main"/>
        </p:txBody>
      </p:sp>
      <p:sp>
        <p:nvSpPr>
          <p:cNvPr id="61" name="Google Shape;61;p9">
            <a:extLst xmlns:a="http://schemas.openxmlformats.org/drawingml/2006/main">
              <a:ext uri="{FF2B5EF4-FFF2-40B4-BE49-F238E27FC236}">
                <a16:creationId xmlns:a16="http://schemas.microsoft.com/office/drawing/2014/main" id="{4B441782-7617-4C68-B9DD-256861C0EBA5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  <a:defRPr sz="1600"/>
            </a:lvl1pPr>
            <a:lvl2pPr marL="9144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400"/>
            </a:lvl2pPr>
            <a:lvl3pPr marL="13716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200"/>
            </a:lvl3pPr>
            <a:lvl4pPr marL="18288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000"/>
            </a:lvl4pPr>
            <a:lvl5pPr marL="22860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000"/>
            </a:lvl5pPr>
            <a:lvl6pPr marL="27432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000"/>
            </a:lvl6pPr>
            <a:lvl7pPr marL="32004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000"/>
            </a:lvl7pPr>
            <a:lvl8pPr marL="36576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000"/>
            </a:lvl8pPr>
            <a:lvl9pPr marL="41148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000"/>
            </a:lvl9pPr>
          </a:lstStyle>
          <a:p xmlns:a="http://schemas.openxmlformats.org/drawingml/2006/main"/>
        </p:txBody>
      </p:sp>
      <p:sp>
        <p:nvSpPr>
          <p:cNvPr id="62" name="Google Shape;62;p9">
            <a:extLst xmlns:a="http://schemas.openxmlformats.org/drawingml/2006/main">
              <a:ext uri="{FF2B5EF4-FFF2-40B4-BE49-F238E27FC236}">
                <a16:creationId xmlns:a16="http://schemas.microsoft.com/office/drawing/2014/main" id="{72E5237B-D8EA-45E3-88C0-AD00BC6ADA5A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838200" y="6356350"/>
            <a:ext cx="27432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spcBef>
                <a:spcPts val="0"/>
              </a:spcBef>
              <a:spcAft>
                <a:spcPts val="0"/>
              </a:spcAft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63" name="Google Shape;63;p9">
            <a:extLst xmlns:a="http://schemas.openxmlformats.org/drawingml/2006/main">
              <a:ext uri="{FF2B5EF4-FFF2-40B4-BE49-F238E27FC236}">
                <a16:creationId xmlns:a16="http://schemas.microsoft.com/office/drawing/2014/main" id="{C57FB885-E119-4147-9F49-915715874939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4038600" y="6356350"/>
            <a:ext cx="41148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64" name="Google Shape;64;p9">
            <a:extLst xmlns:a="http://schemas.openxmlformats.org/drawingml/2006/main">
              <a:ext uri="{FF2B5EF4-FFF2-40B4-BE49-F238E27FC236}">
                <a16:creationId xmlns:a16="http://schemas.microsoft.com/office/drawing/2014/main" id="{050DD29F-6708-47B0-9631-31C86AEEDBF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610600" y="6356350"/>
            <a:ext cx="27432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indent="0" algn="r">
              <a:spcBef>
                <a:spcPts val="0"/>
              </a:spcBef>
              <a:buNone/>
              <a:defRPr/>
            </a:lvl1pPr>
            <a:lvl2pPr marL="0" indent="0" algn="r">
              <a:spcBef>
                <a:spcPts val="0"/>
              </a:spcBef>
              <a:buNone/>
              <a:defRPr/>
            </a:lvl2pPr>
            <a:lvl3pPr marL="0" indent="0" algn="r">
              <a:spcBef>
                <a:spcPts val="0"/>
              </a:spcBef>
              <a:buNone/>
              <a:defRPr/>
            </a:lvl3pPr>
            <a:lvl4pPr marL="0" indent="0" algn="r">
              <a:spcBef>
                <a:spcPts val="0"/>
              </a:spcBef>
              <a:buNone/>
              <a:defRPr/>
            </a:lvl4pPr>
            <a:lvl5pPr marL="0" indent="0" algn="r">
              <a:spcBef>
                <a:spcPts val="0"/>
              </a:spcBef>
              <a:buNone/>
              <a:defRPr/>
            </a:lvl5pPr>
            <a:lvl6pPr marL="0" indent="0" algn="r">
              <a:spcBef>
                <a:spcPts val="0"/>
              </a:spcBef>
              <a:buNone/>
              <a:defRPr/>
            </a:lvl6pPr>
            <a:lvl7pPr marL="0" indent="0" algn="r">
              <a:spcBef>
                <a:spcPts val="0"/>
              </a:spcBef>
              <a:buNone/>
              <a:defRPr/>
            </a:lvl7pPr>
            <a:lvl8pPr marL="0" indent="0" algn="r">
              <a:spcBef>
                <a:spcPts val="0"/>
              </a:spcBef>
              <a:buNone/>
              <a:defRPr/>
            </a:lvl8pPr>
            <a:lvl9pPr marL="0" indent="0" algn="r">
              <a:spcBef>
                <a:spcPts val="0"/>
              </a:spcBef>
              <a:buNone/>
              <a:defRPr/>
            </a:lvl9pPr>
          </a:lstStyle>
          <a:p xmlns:a="http://schemas.openxmlformats.org/drawingml/2006/main"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</a:p>
        </p:txBody>
      </p:sp>
    </p:spTree>
  </p:cSld>
</p:sldLayout>
</file>

<file path=ppt/slideLayouts/slideLayout9.xml><?xml version="1.0" encoding="utf-8"?>
<p:sldLayout xmlns:p="http://schemas.openxmlformats.org/presentationml/2006/main" matchingName="Picture with Caption" type="picTx">
  <p:cSld name="PICTURE_WITH_CAPTION_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6" name="Google Shape;66;p10">
            <a:extLst xmlns:a="http://schemas.openxmlformats.org/drawingml/2006/main">
              <a:ext uri="{FF2B5EF4-FFF2-40B4-BE49-F238E27FC236}">
                <a16:creationId xmlns:a16="http://schemas.microsoft.com/office/drawing/2014/main" id="{E1F90C3D-DA79-4643-B2C1-D95EF16F7CC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rm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3200"/>
            </a:lvl1pPr>
            <a:lvl2pPr>
              <a:spcBef>
                <a:spcPts val="0"/>
              </a:spcBef>
              <a:spcAft>
                <a:spcPts val="0"/>
              </a:spcAft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67" name="Google Shape;67;p10">
            <a:extLst xmlns:a="http://schemas.openxmlformats.org/drawingml/2006/main">
              <a:ext uri="{FF2B5EF4-FFF2-40B4-BE49-F238E27FC236}">
                <a16:creationId xmlns:a16="http://schemas.microsoft.com/office/drawing/2014/main" id="{B22DC19A-6418-433F-89AA-C0997E0A8515}"/>
              </a:ext>
            </a:extLst>
          </p:cNvPr>
          <p:cNvSpPr>
            <a:spLocks xmlns:a="http://schemas.openxmlformats.org/drawingml/2006/main" noGrp="1"/>
          </p:cNvSpPr>
          <p:nvPr>
            <p:ph type="pic" idx="2"/>
          </p:nvPr>
        </p:nvSpPr>
        <p:spPr>
          <a:xfrm xmlns:a="http://schemas.openxmlformats.org/drawingml/2006/main">
            <a:off x="5183188" y="987425"/>
            <a:ext cx="6172200" cy="4873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</p:sp>
      <p:sp>
        <p:nvSpPr>
          <p:cNvPr id="68" name="Google Shape;68;p10">
            <a:extLst xmlns:a="http://schemas.openxmlformats.org/drawingml/2006/main">
              <a:ext uri="{FF2B5EF4-FFF2-40B4-BE49-F238E27FC236}">
                <a16:creationId xmlns:a16="http://schemas.microsoft.com/office/drawing/2014/main" id="{24C3DB2E-E94D-4BA9-8811-C343F408FAB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9788" y="2057400"/>
            <a:ext cx="3932237" cy="38115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  <a:defRPr sz="1600"/>
            </a:lvl1pPr>
            <a:lvl2pPr marL="9144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400"/>
            </a:lvl2pPr>
            <a:lvl3pPr marL="13716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200"/>
            </a:lvl3pPr>
            <a:lvl4pPr marL="18288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000"/>
            </a:lvl4pPr>
            <a:lvl5pPr marL="22860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000"/>
            </a:lvl5pPr>
            <a:lvl6pPr marL="27432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000"/>
            </a:lvl6pPr>
            <a:lvl7pPr marL="32004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000"/>
            </a:lvl7pPr>
            <a:lvl8pPr marL="36576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000"/>
            </a:lvl8pPr>
            <a:lvl9pPr marL="41148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000"/>
            </a:lvl9pPr>
          </a:lstStyle>
          <a:p xmlns:a="http://schemas.openxmlformats.org/drawingml/2006/main"/>
        </p:txBody>
      </p:sp>
      <p:sp>
        <p:nvSpPr>
          <p:cNvPr id="69" name="Google Shape;69;p10">
            <a:extLst xmlns:a="http://schemas.openxmlformats.org/drawingml/2006/main">
              <a:ext uri="{FF2B5EF4-FFF2-40B4-BE49-F238E27FC236}">
                <a16:creationId xmlns:a16="http://schemas.microsoft.com/office/drawing/2014/main" id="{F9DD50EA-686C-476E-82EA-3EBDF5E495A6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838200" y="6356350"/>
            <a:ext cx="27432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spcBef>
                <a:spcPts val="0"/>
              </a:spcBef>
              <a:spcAft>
                <a:spcPts val="0"/>
              </a:spcAft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70" name="Google Shape;70;p10">
            <a:extLst xmlns:a="http://schemas.openxmlformats.org/drawingml/2006/main">
              <a:ext uri="{FF2B5EF4-FFF2-40B4-BE49-F238E27FC236}">
                <a16:creationId xmlns:a16="http://schemas.microsoft.com/office/drawing/2014/main" id="{30B32A72-4211-4E96-8DE5-43BDD502D16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4038600" y="6356350"/>
            <a:ext cx="41148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71" name="Google Shape;71;p10">
            <a:extLst xmlns:a="http://schemas.openxmlformats.org/drawingml/2006/main">
              <a:ext uri="{FF2B5EF4-FFF2-40B4-BE49-F238E27FC236}">
                <a16:creationId xmlns:a16="http://schemas.microsoft.com/office/drawing/2014/main" id="{96BABF51-66CE-408B-8FBC-86E9D642F311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610600" y="6356350"/>
            <a:ext cx="27432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indent="0" algn="r">
              <a:spcBef>
                <a:spcPts val="0"/>
              </a:spcBef>
              <a:buNone/>
              <a:defRPr/>
            </a:lvl1pPr>
            <a:lvl2pPr marL="0" indent="0" algn="r">
              <a:spcBef>
                <a:spcPts val="0"/>
              </a:spcBef>
              <a:buNone/>
              <a:defRPr/>
            </a:lvl2pPr>
            <a:lvl3pPr marL="0" indent="0" algn="r">
              <a:spcBef>
                <a:spcPts val="0"/>
              </a:spcBef>
              <a:buNone/>
              <a:defRPr/>
            </a:lvl3pPr>
            <a:lvl4pPr marL="0" indent="0" algn="r">
              <a:spcBef>
                <a:spcPts val="0"/>
              </a:spcBef>
              <a:buNone/>
              <a:defRPr/>
            </a:lvl4pPr>
            <a:lvl5pPr marL="0" indent="0" algn="r">
              <a:spcBef>
                <a:spcPts val="0"/>
              </a:spcBef>
              <a:buNone/>
              <a:defRPr/>
            </a:lvl5pPr>
            <a:lvl6pPr marL="0" indent="0" algn="r">
              <a:spcBef>
                <a:spcPts val="0"/>
              </a:spcBef>
              <a:buNone/>
              <a:defRPr/>
            </a:lvl6pPr>
            <a:lvl7pPr marL="0" indent="0" algn="r">
              <a:spcBef>
                <a:spcPts val="0"/>
              </a:spcBef>
              <a:buNone/>
              <a:defRPr/>
            </a:lvl7pPr>
            <a:lvl8pPr marL="0" indent="0" algn="r">
              <a:spcBef>
                <a:spcPts val="0"/>
              </a:spcBef>
              <a:buNone/>
              <a:defRPr/>
            </a:lvl8pPr>
            <a:lvl9pPr marL="0" indent="0" algn="r">
              <a:spcBef>
                <a:spcPts val="0"/>
              </a:spcBef>
              <a:buNone/>
              <a:defRPr/>
            </a:lvl9pPr>
          </a:lstStyle>
          <a:p xmlns:a="http://schemas.openxmlformats.org/drawingml/2006/main"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</a:p>
        </p:txBody>
      </p:sp>
    </p:spTree>
  </p:cSld>
</p:sldLayout>
</file>

<file path=ppt/slideLayouts/slideLayout10.xml><?xml version="1.0" encoding="utf-8"?>
<p:sldLayout xmlns:p="http://schemas.openxmlformats.org/presentationml/2006/main" matchingName="Title and Vertical Text" type="vertTx">
  <p:cSld name="VERTICAL_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3" name="Google Shape;73;p11">
            <a:extLst xmlns:a="http://schemas.openxmlformats.org/drawingml/2006/main">
              <a:ext uri="{FF2B5EF4-FFF2-40B4-BE49-F238E27FC236}">
                <a16:creationId xmlns:a16="http://schemas.microsoft.com/office/drawing/2014/main" id="{7EBBC291-8AFF-4218-8F35-49D91D5B97E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5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>
              <a:spcBef>
                <a:spcPts val="0"/>
              </a:spcBef>
              <a:spcAft>
                <a:spcPts val="0"/>
              </a:spcAft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74" name="Google Shape;74;p11">
            <a:extLst xmlns:a="http://schemas.openxmlformats.org/drawingml/2006/main">
              <a:ext uri="{FF2B5EF4-FFF2-40B4-BE49-F238E27FC236}">
                <a16:creationId xmlns:a16="http://schemas.microsoft.com/office/drawing/2014/main" id="{C399C967-327A-4D1B-BB72-B6AA9EF52278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 rot="5400000">
            <a:off x="3920331" y="-1256506"/>
            <a:ext cx="4351338" cy="10515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har char="•"/>
              <a:defRPr/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9pPr>
          </a:lstStyle>
          <a:p xmlns:a="http://schemas.openxmlformats.org/drawingml/2006/main"/>
        </p:txBody>
      </p:sp>
      <p:sp>
        <p:nvSpPr>
          <p:cNvPr id="75" name="Google Shape;75;p11">
            <a:extLst xmlns:a="http://schemas.openxmlformats.org/drawingml/2006/main">
              <a:ext uri="{FF2B5EF4-FFF2-40B4-BE49-F238E27FC236}">
                <a16:creationId xmlns:a16="http://schemas.microsoft.com/office/drawing/2014/main" id="{229F0C8B-0B1E-418A-9A01-39DA13AF547F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838200" y="6356350"/>
            <a:ext cx="27432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spcBef>
                <a:spcPts val="0"/>
              </a:spcBef>
              <a:spcAft>
                <a:spcPts val="0"/>
              </a:spcAft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76" name="Google Shape;76;p11">
            <a:extLst xmlns:a="http://schemas.openxmlformats.org/drawingml/2006/main">
              <a:ext uri="{FF2B5EF4-FFF2-40B4-BE49-F238E27FC236}">
                <a16:creationId xmlns:a16="http://schemas.microsoft.com/office/drawing/2014/main" id="{9F830AC1-C89A-46FC-93A1-FCF24D4BE71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4038600" y="6356350"/>
            <a:ext cx="41148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77" name="Google Shape;77;p11">
            <a:extLst xmlns:a="http://schemas.openxmlformats.org/drawingml/2006/main">
              <a:ext uri="{FF2B5EF4-FFF2-40B4-BE49-F238E27FC236}">
                <a16:creationId xmlns:a16="http://schemas.microsoft.com/office/drawing/2014/main" id="{2E821FE5-C455-4E09-A029-4A03057B08B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610600" y="6356350"/>
            <a:ext cx="27432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indent="0" algn="r">
              <a:spcBef>
                <a:spcPts val="0"/>
              </a:spcBef>
              <a:buNone/>
              <a:defRPr/>
            </a:lvl1pPr>
            <a:lvl2pPr marL="0" indent="0" algn="r">
              <a:spcBef>
                <a:spcPts val="0"/>
              </a:spcBef>
              <a:buNone/>
              <a:defRPr/>
            </a:lvl2pPr>
            <a:lvl3pPr marL="0" indent="0" algn="r">
              <a:spcBef>
                <a:spcPts val="0"/>
              </a:spcBef>
              <a:buNone/>
              <a:defRPr/>
            </a:lvl3pPr>
            <a:lvl4pPr marL="0" indent="0" algn="r">
              <a:spcBef>
                <a:spcPts val="0"/>
              </a:spcBef>
              <a:buNone/>
              <a:defRPr/>
            </a:lvl4pPr>
            <a:lvl5pPr marL="0" indent="0" algn="r">
              <a:spcBef>
                <a:spcPts val="0"/>
              </a:spcBef>
              <a:buNone/>
              <a:defRPr/>
            </a:lvl5pPr>
            <a:lvl6pPr marL="0" indent="0" algn="r">
              <a:spcBef>
                <a:spcPts val="0"/>
              </a:spcBef>
              <a:buNone/>
              <a:defRPr/>
            </a:lvl6pPr>
            <a:lvl7pPr marL="0" indent="0" algn="r">
              <a:spcBef>
                <a:spcPts val="0"/>
              </a:spcBef>
              <a:buNone/>
              <a:defRPr/>
            </a:lvl7pPr>
            <a:lvl8pPr marL="0" indent="0" algn="r">
              <a:spcBef>
                <a:spcPts val="0"/>
              </a:spcBef>
              <a:buNone/>
              <a:defRPr/>
            </a:lvl8pPr>
            <a:lvl9pPr marL="0" indent="0" algn="r">
              <a:spcBef>
                <a:spcPts val="0"/>
              </a:spcBef>
              <a:buNone/>
              <a:defRPr/>
            </a:lvl9pPr>
          </a:lstStyle>
          <a:p xmlns:a="http://schemas.openxmlformats.org/drawingml/2006/main"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</a:p>
        </p:txBody>
      </p:sp>
    </p:spTree>
  </p:cSld>
</p:sldLayout>
</file>

<file path=ppt/slideLayouts/slideLayout11.xml><?xml version="1.0" encoding="utf-8"?>
<p:sldLayout xmlns:p="http://schemas.openxmlformats.org/presentationml/2006/main" matchingName="Vertical Title and Text" type="vertTitleAndTx">
  <p:cSld name="VERTICAL_TITLE_AND_VERTICAL_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9" name="Google Shape;79;p12">
            <a:extLst xmlns:a="http://schemas.openxmlformats.org/drawingml/2006/main">
              <a:ext uri="{FF2B5EF4-FFF2-40B4-BE49-F238E27FC236}">
                <a16:creationId xmlns:a16="http://schemas.microsoft.com/office/drawing/2014/main" id="{A520932C-73D9-4619-B363-EC2B0C02374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 rot="5400000">
            <a:off x="7133431" y="1956594"/>
            <a:ext cx="5811838" cy="2628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>
              <a:spcBef>
                <a:spcPts val="0"/>
              </a:spcBef>
              <a:spcAft>
                <a:spcPts val="0"/>
              </a:spcAft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80" name="Google Shape;80;p12">
            <a:extLst xmlns:a="http://schemas.openxmlformats.org/drawingml/2006/main">
              <a:ext uri="{FF2B5EF4-FFF2-40B4-BE49-F238E27FC236}">
                <a16:creationId xmlns:a16="http://schemas.microsoft.com/office/drawing/2014/main" id="{32BF5B87-792E-473C-8932-DB08D20C135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 rot="5400000">
            <a:off x="1799431" y="-596106"/>
            <a:ext cx="5811838" cy="7734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har char="•"/>
              <a:defRPr/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9pPr>
          </a:lstStyle>
          <a:p xmlns:a="http://schemas.openxmlformats.org/drawingml/2006/main"/>
        </p:txBody>
      </p:sp>
      <p:sp>
        <p:nvSpPr>
          <p:cNvPr id="81" name="Google Shape;81;p12">
            <a:extLst xmlns:a="http://schemas.openxmlformats.org/drawingml/2006/main">
              <a:ext uri="{FF2B5EF4-FFF2-40B4-BE49-F238E27FC236}">
                <a16:creationId xmlns:a16="http://schemas.microsoft.com/office/drawing/2014/main" id="{816CA3CE-E2D9-41AD-8A24-FD27B79BAECC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838200" y="6356350"/>
            <a:ext cx="27432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spcBef>
                <a:spcPts val="0"/>
              </a:spcBef>
              <a:spcAft>
                <a:spcPts val="0"/>
              </a:spcAft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82" name="Google Shape;82;p12">
            <a:extLst xmlns:a="http://schemas.openxmlformats.org/drawingml/2006/main">
              <a:ext uri="{FF2B5EF4-FFF2-40B4-BE49-F238E27FC236}">
                <a16:creationId xmlns:a16="http://schemas.microsoft.com/office/drawing/2014/main" id="{1E8E4511-3C73-4D5D-B61F-3E37E670942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4038600" y="6356350"/>
            <a:ext cx="41148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83" name="Google Shape;83;p12">
            <a:extLst xmlns:a="http://schemas.openxmlformats.org/drawingml/2006/main">
              <a:ext uri="{FF2B5EF4-FFF2-40B4-BE49-F238E27FC236}">
                <a16:creationId xmlns:a16="http://schemas.microsoft.com/office/drawing/2014/main" id="{DA50A2D4-5E45-4C05-9DA9-2365A92BF9DD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610600" y="6356350"/>
            <a:ext cx="27432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indent="0" algn="r">
              <a:spcBef>
                <a:spcPts val="0"/>
              </a:spcBef>
              <a:buNone/>
              <a:defRPr/>
            </a:lvl1pPr>
            <a:lvl2pPr marL="0" indent="0" algn="r">
              <a:spcBef>
                <a:spcPts val="0"/>
              </a:spcBef>
              <a:buNone/>
              <a:defRPr/>
            </a:lvl2pPr>
            <a:lvl3pPr marL="0" indent="0" algn="r">
              <a:spcBef>
                <a:spcPts val="0"/>
              </a:spcBef>
              <a:buNone/>
              <a:defRPr/>
            </a:lvl3pPr>
            <a:lvl4pPr marL="0" indent="0" algn="r">
              <a:spcBef>
                <a:spcPts val="0"/>
              </a:spcBef>
              <a:buNone/>
              <a:defRPr/>
            </a:lvl4pPr>
            <a:lvl5pPr marL="0" indent="0" algn="r">
              <a:spcBef>
                <a:spcPts val="0"/>
              </a:spcBef>
              <a:buNone/>
              <a:defRPr/>
            </a:lvl5pPr>
            <a:lvl6pPr marL="0" indent="0" algn="r">
              <a:spcBef>
                <a:spcPts val="0"/>
              </a:spcBef>
              <a:buNone/>
              <a:defRPr/>
            </a:lvl6pPr>
            <a:lvl7pPr marL="0" indent="0" algn="r">
              <a:spcBef>
                <a:spcPts val="0"/>
              </a:spcBef>
              <a:buNone/>
              <a:defRPr/>
            </a:lvl7pPr>
            <a:lvl8pPr marL="0" indent="0" algn="r">
              <a:spcBef>
                <a:spcPts val="0"/>
              </a:spcBef>
              <a:buNone/>
              <a:defRPr/>
            </a:lvl8pPr>
            <a:lvl9pPr marL="0" indent="0" algn="r">
              <a:spcBef>
                <a:spcPts val="0"/>
              </a:spcBef>
              <a:buNone/>
              <a:defRPr/>
            </a:lvl9pPr>
          </a:lstStyle>
          <a:p xmlns:a="http://schemas.openxmlformats.org/drawingml/2006/main"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beff6105f39644b3" /><Relationship Type="http://schemas.openxmlformats.org/officeDocument/2006/relationships/slideLayout" Target="/ppt/slideLayouts/slideLayout1.xml" Id="R0c127dc816104192" /><Relationship Type="http://schemas.openxmlformats.org/officeDocument/2006/relationships/slideLayout" Target="/ppt/slideLayouts/slideLayout2.xml" Id="R31a69b014d9e49a2" /><Relationship Type="http://schemas.openxmlformats.org/officeDocument/2006/relationships/slideLayout" Target="/ppt/slideLayouts/slideLayout3.xml" Id="R7efeb80b2fec4f78" /><Relationship Type="http://schemas.openxmlformats.org/officeDocument/2006/relationships/slideLayout" Target="/ppt/slideLayouts/slideLayout4.xml" Id="R757b0c29a6594129" /><Relationship Type="http://schemas.openxmlformats.org/officeDocument/2006/relationships/slideLayout" Target="/ppt/slideLayouts/slideLayout5.xml" Id="Ra0b9ca24321e48c4" /><Relationship Type="http://schemas.openxmlformats.org/officeDocument/2006/relationships/slideLayout" Target="/ppt/slideLayouts/slideLayout6.xml" Id="Re689639930af49d6" /><Relationship Type="http://schemas.openxmlformats.org/officeDocument/2006/relationships/slideLayout" Target="/ppt/slideLayouts/slideLayout7.xml" Id="R179d712a9c34429a" /><Relationship Type="http://schemas.openxmlformats.org/officeDocument/2006/relationships/slideLayout" Target="/ppt/slideLayouts/slideLayout8.xml" Id="R5fd02340475c42df" /><Relationship Type="http://schemas.openxmlformats.org/officeDocument/2006/relationships/slideLayout" Target="/ppt/slideLayouts/slideLayout9.xml" Id="R7dd1bc142fe2425b" /><Relationship Type="http://schemas.openxmlformats.org/officeDocument/2006/relationships/slideLayout" Target="/ppt/slideLayouts/slideLayout10.xml" Id="R834370dc79ab4a55" /><Relationship Type="http://schemas.openxmlformats.org/officeDocument/2006/relationships/slideLayout" Target="/ppt/slideLayouts/slideLayout11.xml" Id="R43c2039de99545c9" /></Relationships>
</file>

<file path=ppt/slideMasters/slideMaster1.xml><?xml version="1.0" encoding="utf-8"?>
<p:sldMaster xmlns:p="http://schemas.openxmlformats.org/presentationml/2006/main">
  <p:cSld>
    <p:bg>
      <p:bgPr>
        <a:solidFill xmlns:a="http://schemas.openxmlformats.org/drawingml/2006/main">
          <a:schemeClr val="lt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Google Shape;10;p1">
            <a:extLst xmlns:a="http://schemas.openxmlformats.org/drawingml/2006/main">
              <a:ext uri="{FF2B5EF4-FFF2-40B4-BE49-F238E27FC236}">
                <a16:creationId xmlns:a16="http://schemas.microsoft.com/office/drawing/2014/main" id="{898084C6-D9C5-4097-BA03-1FC74CCDF72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5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4400" b="0" i="0" u="none" cap="none">
                <a:solidFill>
                  <a:schemeClr val="dk1"/>
                </a:solidFill>
                <a:latin typeface="Play"/>
                <a:ea typeface="Play"/>
                <a:cs typeface="Play"/>
              </a:defRPr>
            </a:lvl1pPr>
            <a:lvl2pPr>
              <a:spcBef>
                <a:spcPts val="0"/>
              </a:spcBef>
              <a:spcAft>
                <a:spcPts val="0"/>
              </a:spcAft>
              <a:buNone/>
              <a:defRPr sz="1800"/>
            </a:lvl2pPr>
            <a:lvl3pPr>
              <a:spcBef>
                <a:spcPts val="0"/>
              </a:spcBef>
              <a:spcAft>
                <a:spcPts val="0"/>
              </a:spcAft>
              <a:buNone/>
              <a:defRPr sz="1800"/>
            </a:lvl3pPr>
            <a:lvl4pPr>
              <a:spcBef>
                <a:spcPts val="0"/>
              </a:spcBef>
              <a:spcAft>
                <a:spcPts val="0"/>
              </a:spcAft>
              <a:buNone/>
              <a:defRPr sz="1800"/>
            </a:lvl4pPr>
            <a:lvl5pPr>
              <a:spcBef>
                <a:spcPts val="0"/>
              </a:spcBef>
              <a:spcAft>
                <a:spcPts val="0"/>
              </a:spcAft>
              <a:buNone/>
              <a:defRPr sz="1800"/>
            </a:lvl5pPr>
            <a:lvl6pPr>
              <a:spcBef>
                <a:spcPts val="0"/>
              </a:spcBef>
              <a:spcAft>
                <a:spcPts val="0"/>
              </a:spcAft>
              <a:buNone/>
              <a:defRPr sz="1800"/>
            </a:lvl6pPr>
            <a:lvl7pPr>
              <a:spcBef>
                <a:spcPts val="0"/>
              </a:spcBef>
              <a:spcAft>
                <a:spcPts val="0"/>
              </a:spcAft>
              <a:buNone/>
              <a:defRPr sz="1800"/>
            </a:lvl7pPr>
            <a:lvl8pPr>
              <a:spcBef>
                <a:spcPts val="0"/>
              </a:spcBef>
              <a:spcAft>
                <a:spcPts val="0"/>
              </a:spcAft>
              <a:buNone/>
              <a:defRPr sz="1800"/>
            </a:lvl8pPr>
            <a:lvl9pPr>
              <a:spcBef>
                <a:spcPts val="0"/>
              </a:spcBef>
              <a:spcAft>
                <a:spcPts val="0"/>
              </a:spcAft>
              <a:buNone/>
              <a:defRPr sz="1800"/>
            </a:lvl9pPr>
          </a:lstStyle>
          <a:p xmlns:a="http://schemas.openxmlformats.org/drawingml/2006/main"/>
        </p:txBody>
      </p:sp>
      <p:sp>
        <p:nvSpPr>
          <p:cNvPr id="11" name="Google Shape;11;p1">
            <a:extLst xmlns:a="http://schemas.openxmlformats.org/drawingml/2006/main">
              <a:ext uri="{FF2B5EF4-FFF2-40B4-BE49-F238E27FC236}">
                <a16:creationId xmlns:a16="http://schemas.microsoft.com/office/drawing/2014/main" id="{9A53BB78-460E-432A-BA70-EED9A3BA165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4064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har char="•"/>
              <a:defRPr sz="28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1pPr>
            <a:lvl2pPr marL="914400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 sz="24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2pPr>
            <a:lvl3pPr marL="1371600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 sz="20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 sz="18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 sz="18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 sz="18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 sz="18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 sz="18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 sz="18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/>
        </p:txBody>
      </p:sp>
      <p:sp>
        <p:nvSpPr>
          <p:cNvPr id="12" name="Google Shape;12;p1">
            <a:extLst xmlns:a="http://schemas.openxmlformats.org/drawingml/2006/main">
              <a:ext uri="{FF2B5EF4-FFF2-40B4-BE49-F238E27FC236}">
                <a16:creationId xmlns:a16="http://schemas.microsoft.com/office/drawing/2014/main" id="{C3D8055F-BF09-4402-BAB6-48F5B07BDDEB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838200" y="6356350"/>
            <a:ext cx="27432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spcBef>
                <a:spcPts val="0"/>
              </a:spcBef>
              <a:spcAft>
                <a:spcPts val="0"/>
              </a:spcAft>
              <a:buNone/>
              <a:defRPr sz="1200" b="0" i="0" u="none" cap="none">
                <a:solidFill>
                  <a:srgbClr val="757575"/>
                </a:solidFill>
                <a:latin typeface="Arial"/>
                <a:ea typeface="Arial"/>
                <a:cs typeface="Arial"/>
              </a:defRPr>
            </a:lvl1pPr>
            <a:lvl2pPr algn="l">
              <a:spcBef>
                <a:spcPts val="0"/>
              </a:spcBef>
              <a:spcAft>
                <a:spcPts val="0"/>
              </a:spcAft>
              <a:buNone/>
              <a:defRPr sz="18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2pPr>
            <a:lvl3pPr algn="l">
              <a:spcBef>
                <a:spcPts val="0"/>
              </a:spcBef>
              <a:spcAft>
                <a:spcPts val="0"/>
              </a:spcAft>
              <a:buNone/>
              <a:defRPr sz="18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3pPr>
            <a:lvl4pPr algn="l">
              <a:spcBef>
                <a:spcPts val="0"/>
              </a:spcBef>
              <a:spcAft>
                <a:spcPts val="0"/>
              </a:spcAft>
              <a:buNone/>
              <a:defRPr sz="18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4pPr>
            <a:lvl5pPr algn="l">
              <a:spcBef>
                <a:spcPts val="0"/>
              </a:spcBef>
              <a:spcAft>
                <a:spcPts val="0"/>
              </a:spcAft>
              <a:buNone/>
              <a:defRPr sz="18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5pPr>
            <a:lvl6pPr algn="l">
              <a:spcBef>
                <a:spcPts val="0"/>
              </a:spcBef>
              <a:spcAft>
                <a:spcPts val="0"/>
              </a:spcAft>
              <a:buNone/>
              <a:defRPr sz="18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6pPr>
            <a:lvl7pPr algn="l">
              <a:spcBef>
                <a:spcPts val="0"/>
              </a:spcBef>
              <a:spcAft>
                <a:spcPts val="0"/>
              </a:spcAft>
              <a:buNone/>
              <a:defRPr sz="18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7pPr>
            <a:lvl8pPr algn="l">
              <a:spcBef>
                <a:spcPts val="0"/>
              </a:spcBef>
              <a:spcAft>
                <a:spcPts val="0"/>
              </a:spcAft>
              <a:buNone/>
              <a:defRPr sz="18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8pPr>
            <a:lvl9pPr algn="l">
              <a:spcBef>
                <a:spcPts val="0"/>
              </a:spcBef>
              <a:spcAft>
                <a:spcPts val="0"/>
              </a:spcAft>
              <a:buNone/>
              <a:defRPr sz="18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/>
        </p:txBody>
      </p:sp>
      <p:sp>
        <p:nvSpPr>
          <p:cNvPr id="13" name="Google Shape;13;p1">
            <a:extLst xmlns:a="http://schemas.openxmlformats.org/drawingml/2006/main">
              <a:ext uri="{FF2B5EF4-FFF2-40B4-BE49-F238E27FC236}">
                <a16:creationId xmlns:a16="http://schemas.microsoft.com/office/drawing/2014/main" id="{8BF64F14-739B-40AA-9C90-9954278FB8DD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4038600" y="6356350"/>
            <a:ext cx="41148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None/>
              <a:defRPr sz="1200" b="0" i="0" u="none" cap="none">
                <a:solidFill>
                  <a:srgbClr val="757575"/>
                </a:solidFill>
                <a:latin typeface="Arial"/>
                <a:ea typeface="Arial"/>
                <a:cs typeface="Arial"/>
              </a:defRPr>
            </a:lvl1pPr>
            <a:lvl2pPr algn="l">
              <a:spcBef>
                <a:spcPts val="0"/>
              </a:spcBef>
              <a:spcAft>
                <a:spcPts val="0"/>
              </a:spcAft>
              <a:buNone/>
              <a:defRPr sz="18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2pPr>
            <a:lvl3pPr algn="l">
              <a:spcBef>
                <a:spcPts val="0"/>
              </a:spcBef>
              <a:spcAft>
                <a:spcPts val="0"/>
              </a:spcAft>
              <a:buNone/>
              <a:defRPr sz="18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3pPr>
            <a:lvl4pPr algn="l">
              <a:spcBef>
                <a:spcPts val="0"/>
              </a:spcBef>
              <a:spcAft>
                <a:spcPts val="0"/>
              </a:spcAft>
              <a:buNone/>
              <a:defRPr sz="18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4pPr>
            <a:lvl5pPr algn="l">
              <a:spcBef>
                <a:spcPts val="0"/>
              </a:spcBef>
              <a:spcAft>
                <a:spcPts val="0"/>
              </a:spcAft>
              <a:buNone/>
              <a:defRPr sz="18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5pPr>
            <a:lvl6pPr algn="l">
              <a:spcBef>
                <a:spcPts val="0"/>
              </a:spcBef>
              <a:spcAft>
                <a:spcPts val="0"/>
              </a:spcAft>
              <a:buNone/>
              <a:defRPr sz="18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6pPr>
            <a:lvl7pPr algn="l">
              <a:spcBef>
                <a:spcPts val="0"/>
              </a:spcBef>
              <a:spcAft>
                <a:spcPts val="0"/>
              </a:spcAft>
              <a:buNone/>
              <a:defRPr sz="18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7pPr>
            <a:lvl8pPr algn="l">
              <a:spcBef>
                <a:spcPts val="0"/>
              </a:spcBef>
              <a:spcAft>
                <a:spcPts val="0"/>
              </a:spcAft>
              <a:buNone/>
              <a:defRPr sz="18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8pPr>
            <a:lvl9pPr algn="l">
              <a:spcBef>
                <a:spcPts val="0"/>
              </a:spcBef>
              <a:spcAft>
                <a:spcPts val="0"/>
              </a:spcAft>
              <a:buNone/>
              <a:defRPr sz="18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/>
        </p:txBody>
      </p:sp>
      <p:sp>
        <p:nvSpPr>
          <p:cNvPr id="14" name="Google Shape;14;p1">
            <a:extLst xmlns:a="http://schemas.openxmlformats.org/drawingml/2006/main">
              <a:ext uri="{FF2B5EF4-FFF2-40B4-BE49-F238E27FC236}">
                <a16:creationId xmlns:a16="http://schemas.microsoft.com/office/drawing/2014/main" id="{E2EC5056-04E4-4A15-93F0-236EC48DFF5D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610600" y="6356350"/>
            <a:ext cx="27432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indent="0" algn="r">
              <a:spcBef>
                <a:spcPts val="0"/>
              </a:spcBef>
              <a:buNone/>
              <a:defRPr sz="1200" b="0" i="0" u="none" cap="none">
                <a:solidFill>
                  <a:srgbClr val="757575"/>
                </a:solidFill>
                <a:latin typeface="Arial"/>
                <a:ea typeface="Arial"/>
                <a:cs typeface="Arial"/>
              </a:defRPr>
            </a:lvl1pPr>
            <a:lvl2pPr marL="0" indent="0" algn="r">
              <a:spcBef>
                <a:spcPts val="0"/>
              </a:spcBef>
              <a:buNone/>
              <a:defRPr sz="1200" b="0" i="0" u="none" cap="none">
                <a:solidFill>
                  <a:srgbClr val="757575"/>
                </a:solidFill>
                <a:latin typeface="Arial"/>
                <a:ea typeface="Arial"/>
                <a:cs typeface="Arial"/>
              </a:defRPr>
            </a:lvl2pPr>
            <a:lvl3pPr marL="0" indent="0" algn="r">
              <a:spcBef>
                <a:spcPts val="0"/>
              </a:spcBef>
              <a:buNone/>
              <a:defRPr sz="1200" b="0" i="0" u="none" cap="none">
                <a:solidFill>
                  <a:srgbClr val="757575"/>
                </a:solidFill>
                <a:latin typeface="Arial"/>
                <a:ea typeface="Arial"/>
                <a:cs typeface="Arial"/>
              </a:defRPr>
            </a:lvl3pPr>
            <a:lvl4pPr marL="0" indent="0" algn="r">
              <a:spcBef>
                <a:spcPts val="0"/>
              </a:spcBef>
              <a:buNone/>
              <a:defRPr sz="1200" b="0" i="0" u="none" cap="none">
                <a:solidFill>
                  <a:srgbClr val="757575"/>
                </a:solidFill>
                <a:latin typeface="Arial"/>
                <a:ea typeface="Arial"/>
                <a:cs typeface="Arial"/>
              </a:defRPr>
            </a:lvl4pPr>
            <a:lvl5pPr marL="0" indent="0" algn="r">
              <a:spcBef>
                <a:spcPts val="0"/>
              </a:spcBef>
              <a:buNone/>
              <a:defRPr sz="1200" b="0" i="0" u="none" cap="none">
                <a:solidFill>
                  <a:srgbClr val="757575"/>
                </a:solidFill>
                <a:latin typeface="Arial"/>
                <a:ea typeface="Arial"/>
                <a:cs typeface="Arial"/>
              </a:defRPr>
            </a:lvl5pPr>
            <a:lvl6pPr marL="0" indent="0" algn="r">
              <a:spcBef>
                <a:spcPts val="0"/>
              </a:spcBef>
              <a:buNone/>
              <a:defRPr sz="1200" b="0" i="0" u="none" cap="none">
                <a:solidFill>
                  <a:srgbClr val="757575"/>
                </a:solidFill>
                <a:latin typeface="Arial"/>
                <a:ea typeface="Arial"/>
                <a:cs typeface="Arial"/>
              </a:defRPr>
            </a:lvl6pPr>
            <a:lvl7pPr marL="0" indent="0" algn="r">
              <a:spcBef>
                <a:spcPts val="0"/>
              </a:spcBef>
              <a:buNone/>
              <a:defRPr sz="1200" b="0" i="0" u="none" cap="none">
                <a:solidFill>
                  <a:srgbClr val="757575"/>
                </a:solidFill>
                <a:latin typeface="Arial"/>
                <a:ea typeface="Arial"/>
                <a:cs typeface="Arial"/>
              </a:defRPr>
            </a:lvl7pPr>
            <a:lvl8pPr marL="0" indent="0" algn="r">
              <a:spcBef>
                <a:spcPts val="0"/>
              </a:spcBef>
              <a:buNone/>
              <a:defRPr sz="1200" b="0" i="0" u="none" cap="none">
                <a:solidFill>
                  <a:srgbClr val="757575"/>
                </a:solidFill>
                <a:latin typeface="Arial"/>
                <a:ea typeface="Arial"/>
                <a:cs typeface="Arial"/>
              </a:defRPr>
            </a:lvl8pPr>
            <a:lvl9pPr marL="0" indent="0" algn="r">
              <a:spcBef>
                <a:spcPts val="0"/>
              </a:spcBef>
              <a:buNone/>
              <a:defRPr sz="1200" b="0" i="0" u="none" cap="none">
                <a:solidFill>
                  <a:srgbClr val="75757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0c127dc816104192"/>
    <p:sldLayoutId xmlns:r="http://schemas.openxmlformats.org/officeDocument/2006/relationships" id="2147483650" r:id="R31a69b014d9e49a2"/>
    <p:sldLayoutId xmlns:r="http://schemas.openxmlformats.org/officeDocument/2006/relationships" id="2147483651" r:id="R7efeb80b2fec4f78"/>
    <p:sldLayoutId xmlns:r="http://schemas.openxmlformats.org/officeDocument/2006/relationships" id="2147483652" r:id="R757b0c29a6594129"/>
    <p:sldLayoutId xmlns:r="http://schemas.openxmlformats.org/officeDocument/2006/relationships" id="2147483653" r:id="Ra0b9ca24321e48c4"/>
    <p:sldLayoutId xmlns:r="http://schemas.openxmlformats.org/officeDocument/2006/relationships" id="2147483654" r:id="Re689639930af49d6"/>
    <p:sldLayoutId xmlns:r="http://schemas.openxmlformats.org/officeDocument/2006/relationships" id="2147483655" r:id="R179d712a9c34429a"/>
    <p:sldLayoutId xmlns:r="http://schemas.openxmlformats.org/officeDocument/2006/relationships" id="2147483656" r:id="R5fd02340475c42df"/>
    <p:sldLayoutId xmlns:r="http://schemas.openxmlformats.org/officeDocument/2006/relationships" id="2147483657" r:id="R7dd1bc142fe2425b"/>
    <p:sldLayoutId xmlns:r="http://schemas.openxmlformats.org/officeDocument/2006/relationships" id="2147483658" r:id="R834370dc79ab4a55"/>
    <p:sldLayoutId xmlns:r="http://schemas.openxmlformats.org/officeDocument/2006/relationships" id="2147483659" r:id="R43c2039de99545c9"/>
  </p:sldLayoutIdLst>
  <p:hf sldNum="0" hdr="0" ftr="0" dt="0"/>
  <p:txStyles>
    <p:titleStyle>
      <a:lvl1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1pPr>
      <a:lvl2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2pPr>
      <a:lvl3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3pPr>
      <a:lvl4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4pPr>
      <a:lvl5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5pPr>
      <a:lvl6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6pPr>
      <a:lvl7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7pPr>
      <a:lvl8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8pPr>
      <a:lvl9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9pPr>
    </p:titleStyle>
    <p:bodyStyle>
      <a:lvl1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1pPr>
      <a:lvl2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2pPr>
      <a:lvl3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3pPr>
      <a:lvl4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4pPr>
      <a:lvl5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5pPr>
      <a:lvl6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6pPr>
      <a:lvl7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7pPr>
      <a:lvl8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8pPr>
      <a:lvl9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9pPr>
    </p:bodyStyle>
    <p:otherStyle>
      <a:lvl1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1pPr>
      <a:lvl2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2pPr>
      <a:lvl3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3pPr>
      <a:lvl4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4pPr>
      <a:lvl5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5pPr>
      <a:lvl6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6pPr>
      <a:lvl7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7pPr>
      <a:lvl8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8pPr>
      <a:lvl9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b31de89afca4531" /><Relationship Type="http://schemas.openxmlformats.org/officeDocument/2006/relationships/notesSlide" Target="/ppt/notesSlides/notesSlide1.xml" Id="R6b7cf5dc6381451f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db61ef319684d41" /><Relationship Type="http://schemas.openxmlformats.org/officeDocument/2006/relationships/notesSlide" Target="/ppt/notesSlides/notesSlide2.xml" Id="R3be9704f5bcd4faf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9efb127e3774204" /><Relationship Type="http://schemas.openxmlformats.org/officeDocument/2006/relationships/image" Target="/ppt/media/image.png" Id="R4800f316b93b4a2e" /><Relationship Type="http://schemas.openxmlformats.org/officeDocument/2006/relationships/image" Target="/ppt/media/image2.png" Id="R7fc4999744f747fe" /><Relationship Type="http://schemas.openxmlformats.org/officeDocument/2006/relationships/image" Target="/ppt/media/image3.png" Id="R6e508f4f9e404594" /><Relationship Type="http://schemas.openxmlformats.org/officeDocument/2006/relationships/notesSlide" Target="/ppt/notesSlides/notesSlide3.xml" Id="R238177e74b484d01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e19eb8db6e7843de" /><Relationship Type="http://schemas.openxmlformats.org/officeDocument/2006/relationships/notesSlide" Target="/ppt/notesSlides/notesSlide4.xml" Id="Rb04bd3aeb68a4348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bf1b0a88df54bd5" /><Relationship Type="http://schemas.openxmlformats.org/officeDocument/2006/relationships/image" Target="/ppt/media/image4.png" Id="Rf7227624e8184563" /><Relationship Type="http://schemas.openxmlformats.org/officeDocument/2006/relationships/image" Target="/ppt/media/image5.png" Id="R11e36e435f8b4468" /><Relationship Type="http://schemas.openxmlformats.org/officeDocument/2006/relationships/image" Target="/ppt/media/image6.png" Id="R1be146bc5d2a40c8" /><Relationship Type="http://schemas.openxmlformats.org/officeDocument/2006/relationships/image" Target="/ppt/media/image7.png" Id="Rb5dc3840d1354e31" /><Relationship Type="http://schemas.openxmlformats.org/officeDocument/2006/relationships/image" Target="/ppt/media/image8.png" Id="Rbce8fa76fe8a4605" /><Relationship Type="http://schemas.openxmlformats.org/officeDocument/2006/relationships/image" Target="/ppt/media/image9.png" Id="R3ebab1fa521744bd" /><Relationship Type="http://schemas.openxmlformats.org/officeDocument/2006/relationships/image" Target="/ppt/media/image10.png" Id="R4bbbde5a63e8499f" /><Relationship Type="http://schemas.openxmlformats.org/officeDocument/2006/relationships/image" Target="/ppt/media/image11.png" Id="Rcb79eb3f801a4a9c" /><Relationship Type="http://schemas.openxmlformats.org/officeDocument/2006/relationships/notesSlide" Target="/ppt/notesSlides/notesSlide5.xml" Id="R077cb445b5ef40c9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e343f5f608444aa6" /><Relationship Type="http://schemas.openxmlformats.org/officeDocument/2006/relationships/image" Target="/ppt/media/image12.png" Id="R1cae7a89a4784154" /><Relationship Type="http://schemas.openxmlformats.org/officeDocument/2006/relationships/image" Target="/ppt/media/image13.png" Id="Rf655fd5e8a2e4117" /><Relationship Type="http://schemas.openxmlformats.org/officeDocument/2006/relationships/notesSlide" Target="/ppt/notesSlides/notesSlide6.xml" Id="R18cf44ee48d84529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a54c80a797f4dd8" /><Relationship Type="http://schemas.openxmlformats.org/officeDocument/2006/relationships/image" Target="/ppt/media/image14.png" Id="R54e9afadc9eb4ab7" /><Relationship Type="http://schemas.openxmlformats.org/officeDocument/2006/relationships/image" Target="/ppt/media/image15.png" Id="Re64de5e5b5f64f40" /><Relationship Type="http://schemas.openxmlformats.org/officeDocument/2006/relationships/image" Target="/ppt/media/image16.png" Id="R8dac25edd3264e82" /><Relationship Type="http://schemas.openxmlformats.org/officeDocument/2006/relationships/notesSlide" Target="/ppt/notesSlides/notesSlide7.xml" Id="R59134835a396484d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11c5019fb43a49ea" /><Relationship Type="http://schemas.openxmlformats.org/officeDocument/2006/relationships/notesSlide" Target="/ppt/notesSlides/notesSlide8.xml" Id="R35e733ece1c24fa7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1d6ca411a2db4baa" /><Relationship Type="http://schemas.openxmlformats.org/officeDocument/2006/relationships/notesSlide" Target="/ppt/notesSlides/notesSlide9.xml" Id="Rfaee12bf40ae4b4b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5.xml" Id="Reb9cba62a176467c" /><Relationship Type="http://schemas.openxmlformats.org/officeDocument/2006/relationships/notesSlide" Target="/ppt/notesSlides/notesSlide10.xml" Id="Ra3dce1865ed1431a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4.xml" Id="R18e1d1bd1c3d4b9b" /><Relationship Type="http://schemas.openxmlformats.org/officeDocument/2006/relationships/notesSlide" Target="/ppt/notesSlides/notesSlide11.xml" Id="R7ee8fa53912b4dc6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90b08bf66c94f44" /><Relationship Type="http://schemas.openxmlformats.org/officeDocument/2006/relationships/notesSlide" Target="/ppt/notesSlides/notesSlide12.xml" Id="R99431718b5ad4743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4.xml" Id="R59c80f87439248ec" /><Relationship Type="http://schemas.openxmlformats.org/officeDocument/2006/relationships/notesSlide" Target="/ppt/notesSlides/notesSlide13.xml" Id="R881f878aa9d7438d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5.xml" Id="R8cdc617a14ed4087" /><Relationship Type="http://schemas.openxmlformats.org/officeDocument/2006/relationships/notesSlide" Target="/ppt/notesSlides/notesSlide14.xml" Id="R143f336ae8a747e1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4.xml" Id="Rb8def12fd2ab4850" /><Relationship Type="http://schemas.openxmlformats.org/officeDocument/2006/relationships/notesSlide" Target="/ppt/notesSlides/notesSlide15.xml" Id="Radb5c076e3734f6d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bc34aece6534557" /><Relationship Type="http://schemas.openxmlformats.org/officeDocument/2006/relationships/notesSlide" Target="/ppt/notesSlides/notesSlide16.xml" Id="R818e03fa65a94fc9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4.xml" Id="R026d684c5ca8463a" /><Relationship Type="http://schemas.openxmlformats.org/officeDocument/2006/relationships/notesSlide" Target="/ppt/notesSlides/notesSlide17.xml" Id="R20f3de5dc5cc4433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78812a2ebb1b4f08" /><Relationship Type="http://schemas.openxmlformats.org/officeDocument/2006/relationships/image" Target="/ppt/media/image12.png" Id="R738da81614c0421d" /><Relationship Type="http://schemas.openxmlformats.org/officeDocument/2006/relationships/image" Target="/ppt/media/image13.png" Id="Rd84827508b7b48fc" /><Relationship Type="http://schemas.openxmlformats.org/officeDocument/2006/relationships/notesSlide" Target="/ppt/notesSlides/notesSlide18.xml" Id="R98b958fcda0d4bda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c57bb6923454e6c" /><Relationship Type="http://schemas.openxmlformats.org/officeDocument/2006/relationships/notesSlide" Target="/ppt/notesSlides/notesSlide19.xml" Id="R893e14cf58a544c4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4.xml" Id="R8a7e0177a5de4b42" /><Relationship Type="http://schemas.openxmlformats.org/officeDocument/2006/relationships/notesSlide" Target="/ppt/notesSlides/notesSlide20.xml" Id="R71fe4e422afb4535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a236774e8154edc" /><Relationship Type="http://schemas.openxmlformats.org/officeDocument/2006/relationships/notesSlide" Target="/ppt/notesSlides/notesSlide21.xml" Id="R433d065338d34b35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4.xml" Id="Reaba17f610554ed5" /><Relationship Type="http://schemas.openxmlformats.org/officeDocument/2006/relationships/notesSlide" Target="/ppt/notesSlides/notesSlide22.xml" Id="R378b15ff18ef4608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4.xml" Id="Rb7d9d6377cb642c2" /><Relationship Type="http://schemas.openxmlformats.org/officeDocument/2006/relationships/notesSlide" Target="/ppt/notesSlides/notesSlide23.xml" Id="R984f6dc7c6d646b7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4.xml" Id="Rc9954be3a1a04af7" /><Relationship Type="http://schemas.openxmlformats.org/officeDocument/2006/relationships/notesSlide" Target="/ppt/notesSlides/notesSlide24.xml" Id="R773db5650d514370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4.xml" Id="R6e8795a2cfd24202" /><Relationship Type="http://schemas.openxmlformats.org/officeDocument/2006/relationships/notesSlide" Target="/ppt/notesSlides/notesSlide25.xml" Id="R2be137dfc881436c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4.xml" Id="Ra32ef7bce4934c0e" /><Relationship Type="http://schemas.openxmlformats.org/officeDocument/2006/relationships/notesSlide" Target="/ppt/notesSlides/notesSlide26.xml" Id="R768dde90f3654eee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4.xml" Id="R87b18c671c68411a" /><Relationship Type="http://schemas.openxmlformats.org/officeDocument/2006/relationships/notesSlide" Target="/ppt/notesSlides/notesSlide27.xml" Id="Rb48190344999430f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5.xml" Id="Re087248418fc4c00" /><Relationship Type="http://schemas.openxmlformats.org/officeDocument/2006/relationships/notesSlide" Target="/ppt/notesSlides/notesSlide28.xml" Id="Rd9ed91abe1444af2" /></Relationships>
</file>

<file path=ppt/slides/_rels/slide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5.xml" Id="R9a1ea99199e7486a" /><Relationship Type="http://schemas.openxmlformats.org/officeDocument/2006/relationships/notesSlide" Target="/ppt/notesSlides/notesSlide29.xml" Id="R9c0b452e71a3441f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8" name="Google Shape;88;p13">
            <a:extLst xmlns:a="http://schemas.openxmlformats.org/drawingml/2006/main">
              <a:ext uri="{FF2B5EF4-FFF2-40B4-BE49-F238E27FC236}">
                <a16:creationId xmlns:a16="http://schemas.microsoft.com/office/drawing/2014/main" id="{F599BA1A-826B-4E0A-B651-507C884F6C63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1524000" y="1122363"/>
            <a:ext cx="9144000" cy="2387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>ADVLSI2 2026</a:t>
            </a:r>
          </a:p>
          <a:p xmlns:a="http://schemas.openxmlformats.org/drawingml/2006/main">
            <a:pPr marL="0" indent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>Project Progress</a:t>
            </a:r>
          </a:p>
        </p:txBody>
      </p:sp>
      <p:sp>
        <p:nvSpPr>
          <p:cNvPr id="89" name="Google Shape;89;p13">
            <a:extLst xmlns:a="http://schemas.openxmlformats.org/drawingml/2006/main">
              <a:ext uri="{FF2B5EF4-FFF2-40B4-BE49-F238E27FC236}">
                <a16:creationId xmlns:a16="http://schemas.microsoft.com/office/drawing/2014/main" id="{D7831688-1546-4ECC-9C53-7596951CEC25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524000" y="3602038"/>
            <a:ext cx="9144000" cy="165576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>CNN-based DRC | B0–B7.1 complete · verified repair next</a:t>
            </a:r>
          </a:p>
        </p:txBody>
      </p:sp>
    </p:spTree>
    <p:extLst>
      <p:ext uri="{BB962C8B-B14F-4D97-AF65-F5344CB8AC3E}">
        <p14:creationId xmlns:p14="http://schemas.microsoft.com/office/powerpoint/2010/main" val="1946176960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4" name="Google Shape;94;p14">
            <a:extLst xmlns:a="http://schemas.openxmlformats.org/drawingml/2006/main">
              <a:ext uri="{FF2B5EF4-FFF2-40B4-BE49-F238E27FC236}">
                <a16:creationId xmlns:a16="http://schemas.microsoft.com/office/drawing/2014/main" id="{A5E1D0C4-9937-43DB-9840-B994323AC54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5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>Motivation</a:t>
            </a:r>
          </a:p>
        </p:txBody>
      </p:sp>
      <p:sp>
        <p:nvSpPr>
          <p:cNvPr id="95" name="Google Shape;95;p14">
            <a:extLst xmlns:a="http://schemas.openxmlformats.org/drawingml/2006/main">
              <a:ext uri="{FF2B5EF4-FFF2-40B4-BE49-F238E27FC236}">
                <a16:creationId xmlns:a16="http://schemas.microsoft.com/office/drawing/2014/main" id="{D5FE4B39-E8DA-42C5-BDD4-310A45150CAA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 fontScale="70000" lnSpcReduction="20000"/>
          </a:bodyPr>
          <a:lstStyle xmlns:a="http://schemas.openxmlformats.org/drawingml/2006/main"/>
          <a:p xmlns:a="http://schemas.openxmlformats.org/drawingml/2006/main">
            <a:pPr marL="228600" indent="-228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har char="•"/>
            </a:pPr>
            <a:r>
              <a:t>The number of rules has grown from a few hundred in 60</a:t>
            </a:r>
            <a:r>
              <a:rPr i="1"/>
              <a:t>nm </a:t>
            </a:r>
            <a:r>
              <a:t>nodes</a:t>
            </a:r>
          </a:p>
          <a:p xmlns:a="http://schemas.openxmlformats.org/drawingml/2006/main">
            <a:pPr marL="0" indent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t>    to thousands of complex rules in 7</a:t>
            </a:r>
            <a:r>
              <a:rPr i="1"/>
              <a:t>nm </a:t>
            </a:r>
            <a:r>
              <a:t>nodes. </a:t>
            </a:r>
          </a:p>
          <a:p xmlns:a="http://schemas.openxmlformats.org/drawingml/2006/main">
            <a:pPr marL="228600" indent="-10414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t/>
            </a:r>
          </a:p>
          <a:p xmlns:a="http://schemas.openxmlformats.org/drawingml/2006/main">
            <a:pPr marL="2286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har char="•"/>
            </a:pPr>
            <a:r>
              <a:t>DRC checking is often slow and iterative process with traditional tools that runs many mathematical Boolean operations.</a:t>
            </a:r>
            <a:br/>
          </a:p>
          <a:p xmlns:a="http://schemas.openxmlformats.org/drawingml/2006/main">
            <a:pPr marL="2286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har char="•"/>
            </a:pPr>
            <a:r>
              <a:t>The speed of the rule checker has become a critical point in layout generation of custom circuits.</a:t>
            </a:r>
            <a:br/>
          </a:p>
          <a:p xmlns:a="http://schemas.openxmlformats.org/drawingml/2006/main">
            <a:pPr marL="2286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har char="•"/>
            </a:pPr>
            <a:r>
              <a:rPr b="1"/>
              <a:t>Real Time ML based DRC checker </a:t>
            </a:r>
            <a:r>
              <a:t>can help to speed up the design rule checking process because a neural network does not have to iterate over thousands of Boolean operations.</a:t>
            </a:r>
          </a:p>
          <a:p xmlns:a="http://schemas.openxmlformats.org/drawingml/2006/main">
            <a:pPr marL="0" indent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br/>
          </a:p>
          <a:p xmlns:a="http://schemas.openxmlformats.org/drawingml/2006/main">
            <a:pPr marL="0" indent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br/>
          </a:p>
        </p:txBody>
      </p:sp>
    </p:spTree>
    <p:extLst>
      <p:ext uri="{BB962C8B-B14F-4D97-AF65-F5344CB8AC3E}">
        <p14:creationId xmlns:p14="http://schemas.microsoft.com/office/powerpoint/2010/main" val="68071231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1" name="Google Shape;101;p15">
            <a:extLst xmlns:a="http://schemas.openxmlformats.org/drawingml/2006/main">
              <a:ext uri="{FF2B5EF4-FFF2-40B4-BE49-F238E27FC236}">
                <a16:creationId xmlns:a16="http://schemas.microsoft.com/office/drawing/2014/main" id="{A4ACBD77-30FC-4923-9D58-4C198E8C4A1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5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>Article Review</a:t>
            </a:r>
          </a:p>
        </p:txBody>
      </p:sp>
      <p:pic>
        <p:nvPicPr>
          <p:cNvPr id="109" name="Google Shape;102;p15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4800f316b93b4a2e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7794160" y="2841500"/>
            <a:ext cx="3519087" cy="1805246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110" name="Google Shape;103;p15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7fc4999744f747fe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8020254" y="4794996"/>
            <a:ext cx="3066898" cy="126844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104" name="Google Shape;104;p15">
            <a:extLst xmlns:a="http://schemas.openxmlformats.org/drawingml/2006/main">
              <a:ext uri="{FF2B5EF4-FFF2-40B4-BE49-F238E27FC236}">
                <a16:creationId xmlns:a16="http://schemas.microsoft.com/office/drawing/2014/main" id="{589C1DBB-C38B-4C23-8F95-F24BE6AE08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599758"/>
            <a:ext cx="6096000" cy="609397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spAutoFit/>
          </a:bodyPr>
          <a:lstStyle xmlns:a="http://schemas.openxmlformats.org/drawingml/2006/main"/>
          <a:p xmlns:a="http://schemas.openxmlformats.org/drawingml/2006/main">
            <a:pPr marL="285750" indent="-285750" algn="l">
              <a:spcBef>
                <a:spcPts val="0"/>
              </a:spcBef>
              <a:spcAft>
                <a:spcPts val="0"/>
              </a:spcAft>
              <a:buChar char="•"/>
            </a:pPr>
            <a:r>
              <a:rPr sz="20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rPr>
              <a:t>50 DRC free SRAM designs designed using the 15</a:t>
            </a:r>
            <a:r>
              <a:rPr sz="2000" b="0" i="1" u="none" cap="none">
                <a:solidFill>
                  <a:schemeClr val="dk1"/>
                </a:solidFill>
                <a:latin typeface="Arial"/>
                <a:ea typeface="Arial"/>
                <a:cs typeface="Arial"/>
              </a:rPr>
              <a:t>nm </a:t>
            </a:r>
            <a:r>
              <a:rPr sz="20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rPr>
              <a:t>free</a:t>
            </a:r>
            <a:r>
              <a:rPr sz="2000" b="0" i="1" u="none" cap="none">
                <a:solidFill>
                  <a:schemeClr val="dk1"/>
                </a:solidFill>
                <a:latin typeface="Arial"/>
                <a:ea typeface="Arial"/>
                <a:cs typeface="Arial"/>
              </a:rPr>
              <a:t> </a:t>
            </a:r>
            <a:r>
              <a:rPr sz="20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rPr>
              <a:t>PDK.</a:t>
            </a:r>
          </a:p>
          <a:p xmlns:a="http://schemas.openxmlformats.org/drawingml/2006/main">
            <a:pPr marL="285750" indent="-15875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  <a:p xmlns:a="http://schemas.openxmlformats.org/drawingml/2006/main">
            <a:pPr marL="285750" indent="-285750" algn="l">
              <a:spcBef>
                <a:spcPts val="0"/>
              </a:spcBef>
              <a:spcAft>
                <a:spcPts val="0"/>
              </a:spcAft>
              <a:buChar char="•"/>
            </a:pPr>
            <a:r>
              <a:rPr sz="20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rPr>
              <a:t>5,000 variants of these designs were auto-generate using random parameters - total of  ~ 250,000 layout clips.</a:t>
            </a:r>
          </a:p>
          <a:p xmlns:a="http://schemas.openxmlformats.org/drawingml/2006/main">
            <a:pPr marL="285750" indent="-15875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  <a:p xmlns:a="http://schemas.openxmlformats.org/drawingml/2006/main">
            <a:pPr marL="285750" indent="-285750" algn="l">
              <a:spcBef>
                <a:spcPts val="0"/>
              </a:spcBef>
              <a:spcAft>
                <a:spcPts val="0"/>
              </a:spcAft>
              <a:buChar char="•"/>
            </a:pPr>
            <a:r>
              <a:rPr sz="20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rPr>
              <a:t>Target was to detect 3 different violation types.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  <a:p xmlns:a="http://schemas.openxmlformats.org/drawingml/2006/main">
            <a:pPr marL="285750" indent="-285750" algn="l">
              <a:spcBef>
                <a:spcPts val="0"/>
              </a:spcBef>
              <a:spcAft>
                <a:spcPts val="0"/>
              </a:spcAft>
              <a:buChar char="•"/>
            </a:pPr>
            <a:r>
              <a:rPr sz="2000">
                <a:solidFill>
                  <a:schemeClr val="dk1"/>
                </a:solidFill>
                <a:latin typeface="Arial"/>
                <a:ea typeface="Arial"/>
                <a:cs typeface="Arial"/>
              </a:rPr>
              <a:t>100,000 clips used for Training, 15,000 for Validation, and 5,000 for Testing.</a:t>
            </a:r>
          </a:p>
          <a:p xmlns:a="http://schemas.openxmlformats.org/drawingml/2006/main">
            <a:pPr marL="285750" indent="-15875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  <a:p xmlns:a="http://schemas.openxmlformats.org/drawingml/2006/main">
            <a:pPr marL="285750" indent="-285750" algn="l">
              <a:spcBef>
                <a:spcPts val="0"/>
              </a:spcBef>
              <a:spcAft>
                <a:spcPts val="0"/>
              </a:spcAft>
              <a:buChar char="•"/>
            </a:pPr>
            <a:r>
              <a:rPr sz="2000">
                <a:solidFill>
                  <a:schemeClr val="dk1"/>
                </a:solidFill>
                <a:latin typeface="Arial"/>
                <a:ea typeface="Arial"/>
                <a:cs typeface="Arial"/>
              </a:rPr>
              <a:t>Training took ~7 minutes on a standard 6-core CPU (no GPU acceleration required). 92% accuracy rate was achieved.</a:t>
            </a:r>
            <a:br/>
            <a:br/>
            <a:br/>
            <a:br/>
          </a:p>
          <a:p xmlns:a="http://schemas.openxmlformats.org/drawingml/2006/main">
            <a:pPr marL="285750" indent="-17145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pic>
        <p:nvPicPr>
          <p:cNvPr id="112" name="Google Shape;105;p15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6e508f4f9e404594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7889007" y="1842346"/>
            <a:ext cx="3464793" cy="76247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</p:spTree>
    <p:extLst>
      <p:ext uri="{BB962C8B-B14F-4D97-AF65-F5344CB8AC3E}">
        <p14:creationId xmlns:p14="http://schemas.microsoft.com/office/powerpoint/2010/main" val="1113463396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1" name="Google Shape;111;p16">
            <a:extLst xmlns:a="http://schemas.openxmlformats.org/drawingml/2006/main">
              <a:ext uri="{FF2B5EF4-FFF2-40B4-BE49-F238E27FC236}">
                <a16:creationId xmlns:a16="http://schemas.microsoft.com/office/drawing/2014/main" id="{012B65CD-9843-438D-A8C4-87E777DC3CA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5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>Proposal</a:t>
            </a:r>
          </a:p>
        </p:txBody>
      </p:sp>
      <p:sp>
        <p:nvSpPr>
          <p:cNvPr id="112" name="Google Shape;112;p16">
            <a:extLst xmlns:a="http://schemas.openxmlformats.org/drawingml/2006/main">
              <a:ext uri="{FF2B5EF4-FFF2-40B4-BE49-F238E27FC236}">
                <a16:creationId xmlns:a16="http://schemas.microsoft.com/office/drawing/2014/main" id="{5FD51E6B-84BF-4FEA-B8B2-5C14878C6A9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/>
          <a:p xmlns:a="http://schemas.openxmlformats.org/drawingml/2006/main">
            <a:pPr marL="228600" indent="-228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har char="•"/>
            </a:pPr>
            <a:r>
              <a:rPr sz="2400"/>
              <a:t>Make our POC using mature node open source PDK – for example SkyWater 130nm.</a:t>
            </a:r>
          </a:p>
          <a:p xmlns:a="http://schemas.openxmlformats.org/drawingml/2006/main">
            <a:pPr marL="2286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har char="•"/>
            </a:pPr>
            <a:r>
              <a:rPr sz="2400"/>
              <a:t>Focus only on one DRC violation- </a:t>
            </a:r>
          </a:p>
          <a:p xmlns:a="http://schemas.openxmlformats.org/drawingml/2006/main">
            <a:pPr marL="0" indent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sz="2400"/>
              <a:t>   for example: “m1.2  - m1 to m1 spacing &gt; 140nm”.</a:t>
            </a:r>
          </a:p>
          <a:p xmlns:a="http://schemas.openxmlformats.org/drawingml/2006/main">
            <a:pPr marL="2286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har char="•"/>
            </a:pPr>
            <a:r>
              <a:rPr sz="2400"/>
              <a:t>Layout data – Found “Tiny Tapout”  free github database but may need to explore for additional sources.</a:t>
            </a:r>
          </a:p>
          <a:p xmlns:a="http://schemas.openxmlformats.org/drawingml/2006/main">
            <a:pPr marL="2286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har char="•"/>
            </a:pPr>
            <a:r>
              <a:rPr sz="2400"/>
              <a:t>Project maybe expanded in the future to combine also DRC fixing.</a:t>
            </a:r>
            <a:br/>
          </a:p>
          <a:p xmlns:a="http://schemas.openxmlformats.org/drawingml/2006/main">
            <a:pPr marL="0" indent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br/>
          </a:p>
        </p:txBody>
      </p:sp>
    </p:spTree>
    <p:extLst>
      <p:ext uri="{BB962C8B-B14F-4D97-AF65-F5344CB8AC3E}">
        <p14:creationId xmlns:p14="http://schemas.microsoft.com/office/powerpoint/2010/main" val="835296238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8" name="Google Shape;118;p17">
            <a:extLst xmlns:a="http://schemas.openxmlformats.org/drawingml/2006/main">
              <a:ext uri="{FF2B5EF4-FFF2-40B4-BE49-F238E27FC236}">
                <a16:creationId xmlns:a16="http://schemas.microsoft.com/office/drawing/2014/main" id="{C700C7D5-AF9E-495B-872B-E89D277CC9A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716280" y="151531"/>
            <a:ext cx="10515600" cy="13255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>Dataset Generation Example - Sky130 Layout </a:t>
            </a:r>
          </a:p>
        </p:txBody>
      </p:sp>
      <p:pic>
        <p:nvPicPr>
          <p:cNvPr id="1065" name="Google Shape;119;p17"/>
          <p:cNvPicPr>
            <a:picLocks xmlns:a="http://schemas.openxmlformats.org/drawingml/2006/main" noChangeAspect="1"/>
          </p:cNvPicPr>
          <p:nvPr>
            <p:ph type="body" idx="1"/>
          </p:nvPr>
        </p:nvPicPr>
        <p:blipFill rotWithShape="1">
          <a:blip xmlns:r="http://schemas.openxmlformats.org/officeDocument/2006/relationships" xmlns:a="http://schemas.openxmlformats.org/drawingml/2006/main" r:embed="Rf7227624e8184563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885613" y="2488229"/>
            <a:ext cx="1462288" cy="1913915"/>
          </a:xfrm>
          <a:prstGeom xmlns:a="http://schemas.openxmlformats.org/drawingml/2006/main" prst="rect">
            <a:avLst/>
          </a:prstGeom>
          <a:ln xmlns:a="http://schemas.openxmlformats.org/drawingml/2006/main" w="9525" cap="flat" cmpd="sng">
            <a:solidFill>
              <a:schemeClr val="dk1"/>
            </a:solidFill>
            <a:prstDash val="solid"/>
            <a:round/>
          </a:ln>
        </p:spPr>
      </p:pic>
      <p:pic>
        <p:nvPicPr>
          <p:cNvPr id="1066" name="Google Shape;120;p17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11e36e435f8b4468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2883105" y="2488229"/>
            <a:ext cx="1480851" cy="1913915"/>
          </a:xfrm>
          <a:prstGeom xmlns:a="http://schemas.openxmlformats.org/drawingml/2006/main" prst="rect">
            <a:avLst/>
          </a:prstGeom>
          <a:ln xmlns:a="http://schemas.openxmlformats.org/drawingml/2006/main" w="9525" cap="flat" cmpd="sng">
            <a:solidFill>
              <a:schemeClr val="dk1"/>
            </a:solidFill>
            <a:prstDash val="solid"/>
            <a:round/>
          </a:ln>
        </p:spPr>
      </p:pic>
      <p:pic>
        <p:nvPicPr>
          <p:cNvPr id="1067" name="Google Shape;122;p17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1be146bc5d2a40c8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 rot="0" flipH="0" flipV="0">
            <a:off x="6914413" y="1276774"/>
            <a:ext cx="785746" cy="1446197"/>
          </a:xfrm>
          <a:prstGeom xmlns:a="http://schemas.openxmlformats.org/drawingml/2006/main" prst="rect">
            <a:avLst/>
          </a:prstGeom>
          <a:ln xmlns:a="http://schemas.openxmlformats.org/drawingml/2006/main" w="9525" cap="flat" cmpd="sng">
            <a:solidFill>
              <a:schemeClr val="dk1"/>
            </a:solidFill>
            <a:prstDash val="solid"/>
            <a:round/>
          </a:ln>
        </p:spPr>
      </p:pic>
      <p:sp>
        <p:nvSpPr>
          <p:cNvPr id="123" name="Google Shape;123;p17">
            <a:extLst xmlns:a="http://schemas.openxmlformats.org/drawingml/2006/main">
              <a:ext uri="{FF2B5EF4-FFF2-40B4-BE49-F238E27FC236}">
                <a16:creationId xmlns:a16="http://schemas.microsoft.com/office/drawing/2014/main" id="{7F4B0D21-6A54-466D-BF67-CBF9B7EB54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523695" y="1583904"/>
            <a:ext cx="81915" cy="12192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9525" cmpd="sng">
            <a:solidFill>
              <a:srgbClr val="FF0000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124" name="Google Shape;124;p17">
            <a:extLst xmlns:a="http://schemas.openxmlformats.org/drawingml/2006/main">
              <a:ext uri="{FF2B5EF4-FFF2-40B4-BE49-F238E27FC236}">
                <a16:creationId xmlns:a16="http://schemas.microsoft.com/office/drawing/2014/main" id="{634FD96A-A5E9-4031-8113-5112734BB2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307286" y="1665819"/>
            <a:ext cx="81915" cy="12192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9525" cmpd="sng">
            <a:solidFill>
              <a:srgbClr val="FF0000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125" name="Google Shape;125;p17">
            <a:extLst xmlns:a="http://schemas.openxmlformats.org/drawingml/2006/main">
              <a:ext uri="{FF2B5EF4-FFF2-40B4-BE49-F238E27FC236}">
                <a16:creationId xmlns:a16="http://schemas.microsoft.com/office/drawing/2014/main" id="{CEBA2C2A-C127-4E2A-AAAC-66FAF4D1B3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48231" y="1435314"/>
            <a:ext cx="81915" cy="12192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9525" cmpd="sng">
            <a:solidFill>
              <a:srgbClr val="FF0000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126" name="Google Shape;126;p17">
            <a:extLst xmlns:a="http://schemas.openxmlformats.org/drawingml/2006/main">
              <a:ext uri="{FF2B5EF4-FFF2-40B4-BE49-F238E27FC236}">
                <a16:creationId xmlns:a16="http://schemas.microsoft.com/office/drawing/2014/main" id="{1AE93747-89C2-4FC0-8BCE-0A143CC3BD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961688" y="1679154"/>
            <a:ext cx="81915" cy="12192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9525" cmpd="sng">
            <a:solidFill>
              <a:srgbClr val="FF0000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127" name="Google Shape;127;p17">
            <a:extLst xmlns:a="http://schemas.openxmlformats.org/drawingml/2006/main">
              <a:ext uri="{FF2B5EF4-FFF2-40B4-BE49-F238E27FC236}">
                <a16:creationId xmlns:a16="http://schemas.microsoft.com/office/drawing/2014/main" id="{8B9DE854-1F8A-4C6C-BCCA-AF377CC2C7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123613" y="2629749"/>
            <a:ext cx="81915" cy="12192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9525" cmpd="sng">
            <a:solidFill>
              <a:srgbClr val="FF0000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pic>
        <p:nvPicPr>
          <p:cNvPr id="1073" name="Google Shape;128;p17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11e36e435f8b4468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5050078" y="2488231"/>
            <a:ext cx="1480851" cy="1913915"/>
          </a:xfrm>
          <a:prstGeom xmlns:a="http://schemas.openxmlformats.org/drawingml/2006/main" prst="rect">
            <a:avLst/>
          </a:prstGeom>
          <a:ln xmlns:a="http://schemas.openxmlformats.org/drawingml/2006/main" w="9525" cap="flat" cmpd="sng">
            <a:solidFill>
              <a:schemeClr val="dk1"/>
            </a:solidFill>
            <a:prstDash val="solid"/>
            <a:round/>
          </a:ln>
        </p:spPr>
      </p:pic>
      <p:cxnSp>
        <p:nvCxnSpPr>
          <p:cNvPr id="1074" name="Google Shape;129;p17"/>
          <p:cNvCxnSpPr/>
          <p:nvPr/>
        </p:nvCxnSpPr>
        <p:spPr>
          <a:xfrm xmlns:a="http://schemas.openxmlformats.org/drawingml/2006/main" rot="10800000" flipH="1">
            <a:off x="5878159" y="1276774"/>
            <a:ext cx="1032920" cy="2120426"/>
          </a:xfrm>
          <a:prstGeom xmlns:a="http://schemas.openxmlformats.org/drawingml/2006/main" prst="straightConnector1">
            <a:avLst/>
          </a:prstGeom>
          <a:ln xmlns:a="http://schemas.openxmlformats.org/drawingml/2006/main" w="19050" cap="flat">
            <a:solidFill>
              <a:schemeClr val="dk1"/>
            </a:solidFill>
            <a:prstDash val="solid"/>
            <a:miter/>
            <a:headEnd type="none" w="sm" len="sm"/>
            <a:tailEnd type="none" w="sm" len="sm"/>
          </a:ln>
        </p:spPr>
      </p:cxnSp>
      <p:cxnSp>
        <p:nvCxnSpPr>
          <p:cNvPr id="1075" name="Google Shape;130;p17"/>
          <p:cNvCxnSpPr/>
          <p:nvPr/>
        </p:nvCxnSpPr>
        <p:spPr>
          <a:xfrm xmlns:a="http://schemas.openxmlformats.org/drawingml/2006/main" rot="10800000" flipH="1">
            <a:off x="5878159" y="2722971"/>
            <a:ext cx="1032920" cy="674229"/>
          </a:xfrm>
          <a:prstGeom xmlns:a="http://schemas.openxmlformats.org/drawingml/2006/main" prst="straightConnector1">
            <a:avLst/>
          </a:prstGeom>
          <a:ln xmlns:a="http://schemas.openxmlformats.org/drawingml/2006/main" w="19050" cap="flat">
            <a:solidFill>
              <a:schemeClr val="dk1"/>
            </a:solidFill>
            <a:prstDash val="solid"/>
            <a:miter/>
            <a:headEnd type="none" w="sm" len="sm"/>
            <a:tailEnd type="none" w="sm" len="sm"/>
          </a:ln>
        </p:spPr>
      </p:cxnSp>
      <p:pic>
        <p:nvPicPr>
          <p:cNvPr id="1076" name="Google Shape;131;p17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b5dc3840d1354e31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10126385" y="4491620"/>
            <a:ext cx="1509203" cy="1913914"/>
          </a:xfrm>
          <a:prstGeom xmlns:a="http://schemas.openxmlformats.org/drawingml/2006/main" prst="rect">
            <a:avLst/>
          </a:prstGeom>
          <a:ln xmlns:a="http://schemas.openxmlformats.org/drawingml/2006/main" w="9525" cap="flat" cmpd="sng">
            <a:solidFill>
              <a:schemeClr val="dk1"/>
            </a:solidFill>
            <a:prstDash val="solid"/>
            <a:round/>
          </a:ln>
        </p:spPr>
      </p:pic>
      <p:sp>
        <p:nvSpPr>
          <p:cNvPr id="132" name="Google Shape;132;p17">
            <a:extLst xmlns:a="http://schemas.openxmlformats.org/drawingml/2006/main">
              <a:ext uri="{FF2B5EF4-FFF2-40B4-BE49-F238E27FC236}">
                <a16:creationId xmlns:a16="http://schemas.microsoft.com/office/drawing/2014/main" id="{0C09FABB-4FC5-41C6-948A-F935A6BF8D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7629" y="3235281"/>
            <a:ext cx="1480852" cy="36933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 cmpd="sng">
            <a:solidFill>
              <a:schemeClr val="dk1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45700" rIns="91425" bIns="45700" anchor="t">
            <a:sp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800">
                <a:solidFill>
                  <a:schemeClr val="dk1"/>
                </a:solidFill>
                <a:latin typeface="Arial"/>
                <a:ea typeface="Arial"/>
                <a:cs typeface="Arial"/>
              </a:rPr>
              <a:t>Run DRC</a:t>
            </a:r>
          </a:p>
        </p:txBody>
      </p:sp>
      <p:sp>
        <p:nvSpPr>
          <p:cNvPr id="133" name="Google Shape;133;p17">
            <a:extLst xmlns:a="http://schemas.openxmlformats.org/drawingml/2006/main">
              <a:ext uri="{FF2B5EF4-FFF2-40B4-BE49-F238E27FC236}">
                <a16:creationId xmlns:a16="http://schemas.microsoft.com/office/drawing/2014/main" id="{4D76119E-5094-48B3-A675-13172F44BD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4957" y="3894921"/>
            <a:ext cx="1952060" cy="36933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 cmpd="sng">
            <a:solidFill>
              <a:schemeClr val="dk1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45700" rIns="91425" bIns="45700" anchor="t">
            <a:sp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800">
                <a:solidFill>
                  <a:schemeClr val="dk1"/>
                </a:solidFill>
                <a:latin typeface="Arial"/>
                <a:ea typeface="Arial"/>
                <a:cs typeface="Arial"/>
              </a:rPr>
              <a:t>Create Error Mask</a:t>
            </a:r>
          </a:p>
        </p:txBody>
      </p:sp>
      <p:sp>
        <p:nvSpPr>
          <p:cNvPr id="134" name="Google Shape;134;p17">
            <a:extLst xmlns:a="http://schemas.openxmlformats.org/drawingml/2006/main">
              <a:ext uri="{FF2B5EF4-FFF2-40B4-BE49-F238E27FC236}">
                <a16:creationId xmlns:a16="http://schemas.microsoft.com/office/drawing/2014/main" id="{4958EDB5-D328-47E0-93D7-8B5A28BC5F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47561" y="2336987"/>
            <a:ext cx="1480851" cy="92333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sp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800">
                <a:solidFill>
                  <a:schemeClr val="dk1"/>
                </a:solidFill>
                <a:latin typeface="Arial"/>
                <a:ea typeface="Arial"/>
                <a:cs typeface="Arial"/>
              </a:rPr>
              <a:t>DRC Error Report </a:t>
            </a:r>
          </a:p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800">
                <a:solidFill>
                  <a:schemeClr val="dk1"/>
                </a:solidFill>
                <a:latin typeface="Arial"/>
                <a:ea typeface="Arial"/>
                <a:cs typeface="Arial"/>
              </a:rPr>
              <a:t>(XML file)</a:t>
            </a:r>
          </a:p>
        </p:txBody>
      </p:sp>
      <p:sp>
        <p:nvSpPr>
          <p:cNvPr id="135" name="Google Shape;135;p17">
            <a:extLst xmlns:a="http://schemas.openxmlformats.org/drawingml/2006/main">
              <a:ext uri="{FF2B5EF4-FFF2-40B4-BE49-F238E27FC236}">
                <a16:creationId xmlns:a16="http://schemas.microsoft.com/office/drawing/2014/main" id="{9F8FB152-BAEE-42D6-80B9-2DF3E51E48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0080" y="5263911"/>
            <a:ext cx="930993" cy="36933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 cmpd="sng">
            <a:solidFill>
              <a:schemeClr val="dk1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45700" rIns="91425" bIns="45700" anchor="t">
            <a:sp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800">
                <a:solidFill>
                  <a:schemeClr val="dk1"/>
                </a:solidFill>
                <a:latin typeface="Arial"/>
                <a:ea typeface="Arial"/>
                <a:cs typeface="Arial"/>
              </a:rPr>
              <a:t>Corp </a:t>
            </a:r>
          </a:p>
        </p:txBody>
      </p:sp>
      <p:pic>
        <p:nvPicPr>
          <p:cNvPr id="1081" name="Google Shape;136;p17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bce8fa76fe8a4605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7183540" y="4495839"/>
            <a:ext cx="945125" cy="791168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1082" name="Google Shape;137;p17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3ebab1fa521744bd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7188913" y="5422301"/>
            <a:ext cx="945124" cy="800339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138" name="Google Shape;138;p17">
            <a:extLst xmlns:a="http://schemas.openxmlformats.org/drawingml/2006/main">
              <a:ext uri="{FF2B5EF4-FFF2-40B4-BE49-F238E27FC236}">
                <a16:creationId xmlns:a16="http://schemas.microsoft.com/office/drawing/2014/main" id="{F7222F07-CA91-4FFC-B44D-0B4140024D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51541" y="4918105"/>
            <a:ext cx="1631329" cy="92333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 cmpd="sng">
            <a:solidFill>
              <a:schemeClr val="dk1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45700" rIns="91425" bIns="45700" anchor="t">
            <a:sp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800">
                <a:solidFill>
                  <a:schemeClr val="dk1"/>
                </a:solidFill>
                <a:latin typeface="Arial"/>
                <a:ea typeface="Arial"/>
                <a:cs typeface="Arial"/>
              </a:rPr>
              <a:t>Data Classification &amp; Balancing </a:t>
            </a:r>
          </a:p>
        </p:txBody>
      </p:sp>
      <p:pic>
        <p:nvPicPr>
          <p:cNvPr id="1084" name="Google Shape;139;p17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4bbbde5a63e8499f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4084576" y="4850009"/>
            <a:ext cx="473501" cy="710677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1085" name="Google Shape;140;p17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cb79eb3f801a4a9c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4119085" y="5717304"/>
            <a:ext cx="438992" cy="800339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141" name="Google Shape;141;p17">
            <a:extLst xmlns:a="http://schemas.openxmlformats.org/drawingml/2006/main">
              <a:ext uri="{FF2B5EF4-FFF2-40B4-BE49-F238E27FC236}">
                <a16:creationId xmlns:a16="http://schemas.microsoft.com/office/drawing/2014/main" id="{95493A25-3E5E-47EC-8662-9ECFACAB1B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11509" y="5099135"/>
            <a:ext cx="1613375" cy="64633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 cmpd="sng">
            <a:solidFill>
              <a:schemeClr val="dk1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45700" rIns="91425" bIns="45700" anchor="t">
            <a:sp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800">
                <a:solidFill>
                  <a:schemeClr val="dk1"/>
                </a:solidFill>
                <a:latin typeface="Arial"/>
                <a:ea typeface="Arial"/>
                <a:cs typeface="Arial"/>
              </a:rPr>
              <a:t>Convert to Matrices</a:t>
            </a:r>
          </a:p>
        </p:txBody>
      </p:sp>
      <p:sp>
        <p:nvSpPr>
          <p:cNvPr id="142" name="Google Shape;142;p17">
            <a:extLst xmlns:a="http://schemas.openxmlformats.org/drawingml/2006/main">
              <a:ext uri="{FF2B5EF4-FFF2-40B4-BE49-F238E27FC236}">
                <a16:creationId xmlns:a16="http://schemas.microsoft.com/office/drawing/2014/main" id="{3C80207F-9F37-4B55-9039-09DFF589D1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6979" y="4981139"/>
            <a:ext cx="1047073" cy="106182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sp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900">
                <a:solidFill>
                  <a:schemeClr val="dk1"/>
                </a:solidFill>
                <a:latin typeface="Arial"/>
                <a:ea typeface="Arial"/>
                <a:cs typeface="Arial"/>
              </a:rPr>
              <a:t>[[1 1 1 ... 1 1 1]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900">
                <a:solidFill>
                  <a:schemeClr val="dk1"/>
                </a:solidFill>
                <a:latin typeface="Arial"/>
                <a:ea typeface="Arial"/>
                <a:cs typeface="Arial"/>
              </a:rPr>
              <a:t> [1 1 1 ... 1 1 1]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900">
                <a:solidFill>
                  <a:schemeClr val="dk1"/>
                </a:solidFill>
                <a:latin typeface="Arial"/>
                <a:ea typeface="Arial"/>
                <a:cs typeface="Arial"/>
              </a:rPr>
              <a:t> [1 1 1 ... 1 1 1]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900">
                <a:solidFill>
                  <a:schemeClr val="dk1"/>
                </a:solidFill>
                <a:latin typeface="Arial"/>
                <a:ea typeface="Arial"/>
                <a:cs typeface="Arial"/>
              </a:rPr>
              <a:t> ...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900">
                <a:solidFill>
                  <a:schemeClr val="dk1"/>
                </a:solidFill>
                <a:latin typeface="Arial"/>
                <a:ea typeface="Arial"/>
                <a:cs typeface="Arial"/>
              </a:rPr>
              <a:t> [0 0 0 ... 0 0 0]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900">
                <a:solidFill>
                  <a:schemeClr val="dk1"/>
                </a:solidFill>
                <a:latin typeface="Arial"/>
                <a:ea typeface="Arial"/>
                <a:cs typeface="Arial"/>
              </a:rPr>
              <a:t> [0 0 0 ... 0 0 0]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900">
                <a:solidFill>
                  <a:schemeClr val="dk1"/>
                </a:solidFill>
                <a:latin typeface="Arial"/>
                <a:ea typeface="Arial"/>
                <a:cs typeface="Arial"/>
              </a:rPr>
              <a:t> [0 0 0 ... 0 0 0]]</a:t>
            </a:r>
          </a:p>
        </p:txBody>
      </p:sp>
      <p:cxnSp>
        <p:nvCxnSpPr>
          <p:cNvPr id="1088" name="Google Shape;143;p17"/>
          <p:cNvCxnSpPr>
            <a:stCxn xmlns:a="http://schemas.openxmlformats.org/drawingml/2006/main" id="119" idx="3"/>
            <a:endCxn xmlns:a="http://schemas.openxmlformats.org/drawingml/2006/main" id="120" idx="1"/>
          </p:cNvCxnSpPr>
          <p:nvPr/>
        </p:nvCxnSpPr>
        <p:spPr>
          <a:xfrm xmlns:a="http://schemas.openxmlformats.org/drawingml/2006/main">
            <a:off x="2347901" y="3445187"/>
            <a:ext cx="5352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 cap="flat">
            <a:solidFill>
              <a:schemeClr val="accent1"/>
            </a:solidFill>
            <a:prstDash val="solid"/>
            <a:miter/>
            <a:headEnd type="none" w="sm" len="sm"/>
            <a:tailEnd type="triangle" w="med" len="med"/>
          </a:ln>
        </p:spPr>
      </p:cxnSp>
      <p:cxnSp>
        <p:nvCxnSpPr>
          <p:cNvPr id="1089" name="Google Shape;144;p17"/>
          <p:cNvCxnSpPr>
            <a:endCxn xmlns:a="http://schemas.openxmlformats.org/drawingml/2006/main" id="128" idx="1"/>
          </p:cNvCxnSpPr>
          <p:nvPr/>
        </p:nvCxnSpPr>
        <p:spPr>
          <a:xfrm xmlns:a="http://schemas.openxmlformats.org/drawingml/2006/main">
            <a:off x="4363978" y="3445189"/>
            <a:ext cx="6861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 cap="flat">
            <a:solidFill>
              <a:schemeClr val="accent1"/>
            </a:solidFill>
            <a:prstDash val="solid"/>
            <a:miter/>
            <a:headEnd type="none" w="sm" len="sm"/>
            <a:tailEnd type="triangle" w="med" len="med"/>
          </a:ln>
        </p:spPr>
      </p:cxnSp>
      <p:cxnSp>
        <p:nvCxnSpPr>
          <p:cNvPr id="1090" name="Google Shape;145;p17"/>
          <p:cNvCxnSpPr>
            <a:endCxn xmlns:a="http://schemas.openxmlformats.org/drawingml/2006/main" id="132" idx="1"/>
          </p:cNvCxnSpPr>
          <p:nvPr/>
        </p:nvCxnSpPr>
        <p:spPr>
          <a:xfrm xmlns:a="http://schemas.openxmlformats.org/drawingml/2006/main">
            <a:off x="6531029" y="3419947"/>
            <a:ext cx="8466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 cap="flat">
            <a:solidFill>
              <a:schemeClr val="accent1"/>
            </a:solidFill>
            <a:prstDash val="solid"/>
            <a:miter/>
            <a:headEnd type="none" w="sm" len="sm"/>
            <a:tailEnd type="triangle" w="med" len="med"/>
          </a:ln>
        </p:spPr>
      </p:cxnSp>
      <p:cxnSp>
        <p:nvCxnSpPr>
          <p:cNvPr id="1091" name="Google Shape;146;p17"/>
          <p:cNvCxnSpPr>
            <a:endCxn xmlns:a="http://schemas.openxmlformats.org/drawingml/2006/main" id="135" idx="3"/>
          </p:cNvCxnSpPr>
          <p:nvPr/>
        </p:nvCxnSpPr>
        <p:spPr>
          <a:xfrm xmlns:a="http://schemas.openxmlformats.org/drawingml/2006/main" rot="10800000">
            <a:off x="9571073" y="5448577"/>
            <a:ext cx="5553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 cap="flat">
            <a:solidFill>
              <a:schemeClr val="accent1"/>
            </a:solidFill>
            <a:prstDash val="solid"/>
            <a:miter/>
            <a:headEnd type="none" w="sm" len="sm"/>
            <a:tailEnd type="triangle" w="med" len="med"/>
          </a:ln>
        </p:spPr>
      </p:cxnSp>
      <p:cxnSp>
        <p:nvCxnSpPr>
          <p:cNvPr id="1092" name="Google Shape;147;p17"/>
          <p:cNvCxnSpPr>
            <a:endCxn xmlns:a="http://schemas.openxmlformats.org/drawingml/2006/main" id="135" idx="0"/>
          </p:cNvCxnSpPr>
          <p:nvPr/>
        </p:nvCxnSpPr>
        <p:spPr>
          <a:xfrm xmlns:a="http://schemas.openxmlformats.org/drawingml/2006/main">
            <a:off x="6521977" y="3937311"/>
            <a:ext cx="2583600" cy="1326600"/>
          </a:xfrm>
          <a:prstGeom xmlns:a="http://schemas.openxmlformats.org/drawingml/2006/main" prst="bentConnector2">
            <a:avLst/>
          </a:prstGeom>
          <a:ln xmlns:a="http://schemas.openxmlformats.org/drawingml/2006/main" w="19050" cap="flat">
            <a:solidFill>
              <a:schemeClr val="accent1"/>
            </a:solidFill>
            <a:prstDash val="solid"/>
            <a:miter/>
            <a:headEnd type="none" w="sm" len="sm"/>
            <a:tailEnd type="triangle" w="med" len="med"/>
          </a:ln>
        </p:spPr>
      </p:cxnSp>
      <p:cxnSp>
        <p:nvCxnSpPr>
          <p:cNvPr id="1093" name="Google Shape;148;p17"/>
          <p:cNvCxnSpPr>
            <a:stCxn xmlns:a="http://schemas.openxmlformats.org/drawingml/2006/main" id="132" idx="3"/>
            <a:endCxn xmlns:a="http://schemas.openxmlformats.org/drawingml/2006/main" id="133" idx="0"/>
          </p:cNvCxnSpPr>
          <p:nvPr/>
        </p:nvCxnSpPr>
        <p:spPr>
          <a:xfrm xmlns:a="http://schemas.openxmlformats.org/drawingml/2006/main">
            <a:off x="8858481" y="3419947"/>
            <a:ext cx="2022600" cy="474900"/>
          </a:xfrm>
          <a:prstGeom xmlns:a="http://schemas.openxmlformats.org/drawingml/2006/main" prst="bentConnector2">
            <a:avLst/>
          </a:prstGeom>
          <a:ln xmlns:a="http://schemas.openxmlformats.org/drawingml/2006/main" w="19050" cap="flat">
            <a:solidFill>
              <a:schemeClr val="accent1"/>
            </a:solidFill>
            <a:prstDash val="solid"/>
            <a:miter/>
            <a:headEnd type="none" w="sm" len="sm"/>
            <a:tailEnd type="triangle" w="med" len="med"/>
          </a:ln>
        </p:spPr>
      </p:cxnSp>
      <p:cxnSp>
        <p:nvCxnSpPr>
          <p:cNvPr id="1094" name="Google Shape;149;p17"/>
          <p:cNvCxnSpPr>
            <a:stCxn xmlns:a="http://schemas.openxmlformats.org/drawingml/2006/main" id="133" idx="2"/>
            <a:endCxn xmlns:a="http://schemas.openxmlformats.org/drawingml/2006/main" id="131" idx="0"/>
          </p:cNvCxnSpPr>
          <p:nvPr/>
        </p:nvCxnSpPr>
        <p:spPr>
          <a:xfrm xmlns:a="http://schemas.openxmlformats.org/drawingml/2006/main">
            <a:off x="10880987" y="4264253"/>
            <a:ext cx="0" cy="227400"/>
          </a:xfrm>
          <a:prstGeom xmlns:a="http://schemas.openxmlformats.org/drawingml/2006/main" prst="straightConnector1">
            <a:avLst/>
          </a:prstGeom>
          <a:ln xmlns:a="http://schemas.openxmlformats.org/drawingml/2006/main" w="19050" cap="flat">
            <a:solidFill>
              <a:schemeClr val="accent1"/>
            </a:solidFill>
            <a:prstDash val="solid"/>
            <a:miter/>
            <a:headEnd type="none" w="sm" len="sm"/>
            <a:tailEnd type="triangle" w="med" len="med"/>
          </a:ln>
        </p:spPr>
      </p:cxnSp>
      <p:cxnSp>
        <p:nvCxnSpPr>
          <p:cNvPr id="1095" name="Google Shape;150;p17"/>
          <p:cNvCxnSpPr>
            <a:stCxn xmlns:a="http://schemas.openxmlformats.org/drawingml/2006/main" id="135" idx="1"/>
            <a:endCxn xmlns:a="http://schemas.openxmlformats.org/drawingml/2006/main" id="136" idx="3"/>
          </p:cNvCxnSpPr>
          <p:nvPr/>
        </p:nvCxnSpPr>
        <p:spPr>
          <a:xfrm xmlns:a="http://schemas.openxmlformats.org/drawingml/2006/main" rot="10800000">
            <a:off x="8128580" y="4891477"/>
            <a:ext cx="511500" cy="557100"/>
          </a:xfrm>
          <a:prstGeom xmlns:a="http://schemas.openxmlformats.org/drawingml/2006/main" prst="straightConnector1">
            <a:avLst/>
          </a:prstGeom>
          <a:ln xmlns:a="http://schemas.openxmlformats.org/drawingml/2006/main" w="19050" cap="flat">
            <a:solidFill>
              <a:schemeClr val="accent1"/>
            </a:solidFill>
            <a:prstDash val="solid"/>
            <a:miter/>
            <a:headEnd type="none" w="sm" len="sm"/>
            <a:tailEnd type="triangle" w="med" len="med"/>
          </a:ln>
        </p:spPr>
      </p:cxnSp>
      <p:cxnSp>
        <p:nvCxnSpPr>
          <p:cNvPr id="1096" name="Google Shape;151;p17"/>
          <p:cNvCxnSpPr>
            <a:stCxn xmlns:a="http://schemas.openxmlformats.org/drawingml/2006/main" id="135" idx="1"/>
            <a:endCxn xmlns:a="http://schemas.openxmlformats.org/drawingml/2006/main" id="137" idx="3"/>
          </p:cNvCxnSpPr>
          <p:nvPr/>
        </p:nvCxnSpPr>
        <p:spPr>
          <a:xfrm xmlns:a="http://schemas.openxmlformats.org/drawingml/2006/main" flipH="1">
            <a:off x="8133980" y="5448577"/>
            <a:ext cx="506100" cy="373800"/>
          </a:xfrm>
          <a:prstGeom xmlns:a="http://schemas.openxmlformats.org/drawingml/2006/main" prst="straightConnector1">
            <a:avLst/>
          </a:prstGeom>
          <a:ln xmlns:a="http://schemas.openxmlformats.org/drawingml/2006/main" w="19050" cap="flat">
            <a:solidFill>
              <a:schemeClr val="accent1"/>
            </a:solidFill>
            <a:prstDash val="solid"/>
            <a:miter/>
            <a:headEnd type="none" w="sm" len="sm"/>
            <a:tailEnd type="triangle" w="med" len="med"/>
          </a:ln>
        </p:spPr>
      </p:cxnSp>
      <p:cxnSp>
        <p:nvCxnSpPr>
          <p:cNvPr id="1097" name="Google Shape;152;p17"/>
          <p:cNvCxnSpPr/>
          <p:nvPr/>
        </p:nvCxnSpPr>
        <p:spPr>
          <a:xfrm xmlns:a="http://schemas.openxmlformats.org/drawingml/2006/main" rot="10800000">
            <a:off x="6687721" y="5414141"/>
            <a:ext cx="555312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 cap="flat">
            <a:solidFill>
              <a:schemeClr val="accent1"/>
            </a:solidFill>
            <a:prstDash val="solid"/>
            <a:miter/>
            <a:headEnd type="none" w="sm" len="sm"/>
            <a:tailEnd type="triangle" w="med" len="med"/>
          </a:ln>
        </p:spPr>
      </p:cxnSp>
      <p:cxnSp>
        <p:nvCxnSpPr>
          <p:cNvPr id="1098" name="Google Shape;153;p17"/>
          <p:cNvCxnSpPr/>
          <p:nvPr/>
        </p:nvCxnSpPr>
        <p:spPr>
          <a:xfrm xmlns:a="http://schemas.openxmlformats.org/drawingml/2006/main" rot="10800000">
            <a:off x="4566836" y="5248975"/>
            <a:ext cx="492001" cy="187904"/>
          </a:xfrm>
          <a:prstGeom xmlns:a="http://schemas.openxmlformats.org/drawingml/2006/main" prst="straightConnector1">
            <a:avLst/>
          </a:prstGeom>
          <a:ln xmlns:a="http://schemas.openxmlformats.org/drawingml/2006/main" w="19050" cap="flat">
            <a:solidFill>
              <a:schemeClr val="accent1"/>
            </a:solidFill>
            <a:prstDash val="solid"/>
            <a:miter/>
            <a:headEnd type="none" w="sm" len="sm"/>
            <a:tailEnd type="triangle" w="med" len="med"/>
          </a:ln>
        </p:spPr>
      </p:cxnSp>
      <p:cxnSp>
        <p:nvCxnSpPr>
          <p:cNvPr id="1099" name="Google Shape;154;p17"/>
          <p:cNvCxnSpPr/>
          <p:nvPr/>
        </p:nvCxnSpPr>
        <p:spPr>
          <a:xfrm xmlns:a="http://schemas.openxmlformats.org/drawingml/2006/main" flipH="1">
            <a:off x="4639544" y="5436879"/>
            <a:ext cx="410534" cy="276819"/>
          </a:xfrm>
          <a:prstGeom xmlns:a="http://schemas.openxmlformats.org/drawingml/2006/main" prst="straightConnector1">
            <a:avLst/>
          </a:prstGeom>
          <a:ln xmlns:a="http://schemas.openxmlformats.org/drawingml/2006/main" w="19050" cap="flat">
            <a:solidFill>
              <a:schemeClr val="accent1"/>
            </a:solidFill>
            <a:prstDash val="solid"/>
            <a:miter/>
            <a:headEnd type="none" w="sm" len="sm"/>
            <a:tailEnd type="triangle" w="med" len="med"/>
          </a:ln>
        </p:spPr>
      </p:cxnSp>
      <p:cxnSp>
        <p:nvCxnSpPr>
          <p:cNvPr id="1100" name="Google Shape;155;p17"/>
          <p:cNvCxnSpPr/>
          <p:nvPr/>
        </p:nvCxnSpPr>
        <p:spPr>
          <a:xfrm xmlns:a="http://schemas.openxmlformats.org/drawingml/2006/main" rot="10800000">
            <a:off x="3529264" y="5394138"/>
            <a:ext cx="555312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 cap="flat">
            <a:solidFill>
              <a:schemeClr val="accent1"/>
            </a:solidFill>
            <a:prstDash val="solid"/>
            <a:miter/>
            <a:headEnd type="none" w="sm" len="sm"/>
            <a:tailEnd type="triangle" w="med" len="med"/>
          </a:ln>
        </p:spPr>
      </p:cxnSp>
      <p:cxnSp>
        <p:nvCxnSpPr>
          <p:cNvPr id="1101" name="Google Shape;156;p17"/>
          <p:cNvCxnSpPr/>
          <p:nvPr/>
        </p:nvCxnSpPr>
        <p:spPr>
          <a:xfrm xmlns:a="http://schemas.openxmlformats.org/drawingml/2006/main" rot="10800000">
            <a:off x="1356197" y="5379770"/>
            <a:ext cx="555312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 cap="flat">
            <a:solidFill>
              <a:schemeClr val="accent1"/>
            </a:solidFill>
            <a:prstDash val="solid"/>
            <a:miter/>
            <a:headEnd type="none" w="sm" len="sm"/>
            <a:tailEnd type="triangle" w="med" len="med"/>
          </a:ln>
        </p:spPr>
      </p:cxnSp>
      <p:sp>
        <p:nvSpPr>
          <p:cNvPr id="157" name="Google Shape;157;p17">
            <a:extLst xmlns:a="http://schemas.openxmlformats.org/drawingml/2006/main">
              <a:ext uri="{FF2B5EF4-FFF2-40B4-BE49-F238E27FC236}">
                <a16:creationId xmlns:a16="http://schemas.microsoft.com/office/drawing/2014/main" id="{A54910AF-0C0A-44A3-8528-5B4EBADE83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5346" y="2067815"/>
            <a:ext cx="1521092" cy="30777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sp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400">
                <a:solidFill>
                  <a:schemeClr val="dk1"/>
                </a:solidFill>
                <a:latin typeface="Arial"/>
                <a:ea typeface="Arial"/>
                <a:cs typeface="Arial"/>
              </a:rPr>
              <a:t>Clean GDS</a:t>
            </a:r>
          </a:p>
        </p:txBody>
      </p:sp>
      <p:sp>
        <p:nvSpPr>
          <p:cNvPr id="158" name="Google Shape;158;p17">
            <a:extLst xmlns:a="http://schemas.openxmlformats.org/drawingml/2006/main">
              <a:ext uri="{FF2B5EF4-FFF2-40B4-BE49-F238E27FC236}">
                <a16:creationId xmlns:a16="http://schemas.microsoft.com/office/drawing/2014/main" id="{FD078979-AA49-4967-B726-581FAE058C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7489" y="2064216"/>
            <a:ext cx="1521092" cy="30777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sp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400">
                <a:solidFill>
                  <a:schemeClr val="dk1"/>
                </a:solidFill>
                <a:latin typeface="Arial"/>
                <a:ea typeface="Arial"/>
                <a:cs typeface="Arial"/>
              </a:rPr>
              <a:t>m1 only GDS</a:t>
            </a:r>
          </a:p>
        </p:txBody>
      </p:sp>
      <p:sp>
        <p:nvSpPr>
          <p:cNvPr id="159" name="Google Shape;159;p17">
            <a:extLst xmlns:a="http://schemas.openxmlformats.org/drawingml/2006/main">
              <a:ext uri="{FF2B5EF4-FFF2-40B4-BE49-F238E27FC236}">
                <a16:creationId xmlns:a16="http://schemas.microsoft.com/office/drawing/2014/main" id="{F6615E61-77FB-45F2-8376-94CD5E76E1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3064" y="1679154"/>
            <a:ext cx="1521092" cy="73866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sp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400">
                <a:solidFill>
                  <a:schemeClr val="dk1"/>
                </a:solidFill>
                <a:latin typeface="Arial"/>
                <a:ea typeface="Arial"/>
                <a:cs typeface="Arial"/>
              </a:rPr>
              <a:t>Inject random  m1.2 DRC violations </a:t>
            </a:r>
          </a:p>
        </p:txBody>
      </p:sp>
      <p:sp>
        <p:nvSpPr>
          <p:cNvPr id="160" name="Google Shape;160;p17">
            <a:extLst xmlns:a="http://schemas.openxmlformats.org/drawingml/2006/main">
              <a:ext uri="{FF2B5EF4-FFF2-40B4-BE49-F238E27FC236}">
                <a16:creationId xmlns:a16="http://schemas.microsoft.com/office/drawing/2014/main" id="{6AEE0109-279C-480B-B0BD-D6F8A1CE20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2053528">
            <a:off x="3587246" y="5873569"/>
            <a:ext cx="1521092" cy="30777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sp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400">
                <a:solidFill>
                  <a:schemeClr val="accent6"/>
                </a:solidFill>
                <a:latin typeface="Arial"/>
                <a:ea typeface="Arial"/>
                <a:cs typeface="Arial"/>
              </a:rPr>
              <a:t>clean</a:t>
            </a:r>
          </a:p>
        </p:txBody>
      </p:sp>
      <p:sp>
        <p:nvSpPr>
          <p:cNvPr id="161" name="Google Shape;161;p17">
            <a:extLst xmlns:a="http://schemas.openxmlformats.org/drawingml/2006/main">
              <a:ext uri="{FF2B5EF4-FFF2-40B4-BE49-F238E27FC236}">
                <a16:creationId xmlns:a16="http://schemas.microsoft.com/office/drawing/2014/main" id="{BCECAD66-1E8D-470F-9F62-D383F97974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2053528">
            <a:off x="3594630" y="5036568"/>
            <a:ext cx="1521092" cy="30777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sp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400">
                <a:solidFill>
                  <a:srgbClr val="FF0000"/>
                </a:solidFill>
                <a:latin typeface="Arial"/>
                <a:ea typeface="Arial"/>
                <a:cs typeface="Arial"/>
              </a:rPr>
              <a:t>violation</a:t>
            </a:r>
          </a:p>
        </p:txBody>
      </p:sp>
    </p:spTree>
    <p:extLst>
      <p:ext uri="{BB962C8B-B14F-4D97-AF65-F5344CB8AC3E}">
        <p14:creationId xmlns:p14="http://schemas.microsoft.com/office/powerpoint/2010/main" val="1688474925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7" name="Google Shape;167;p18">
            <a:extLst xmlns:a="http://schemas.openxmlformats.org/drawingml/2006/main">
              <a:ext uri="{FF2B5EF4-FFF2-40B4-BE49-F238E27FC236}">
                <a16:creationId xmlns:a16="http://schemas.microsoft.com/office/drawing/2014/main" id="{CC836F84-6CCF-4855-837D-6650C791908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5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>Example of dataset output:</a:t>
            </a:r>
          </a:p>
        </p:txBody>
      </p:sp>
      <p:pic>
        <p:nvPicPr>
          <p:cNvPr id="177" name="Google Shape;168;p18"/>
          <p:cNvPicPr>
            <a:picLocks xmlns:a="http://schemas.openxmlformats.org/drawingml/2006/main" noChangeAspect="1"/>
          </p:cNvPicPr>
          <p:nvPr>
            <p:ph type="body" idx="1"/>
          </p:nvPr>
        </p:nvPicPr>
        <p:blipFill rotWithShape="1">
          <a:blip xmlns:r="http://schemas.openxmlformats.org/officeDocument/2006/relationships" xmlns:a="http://schemas.openxmlformats.org/drawingml/2006/main" r:embed="R1cae7a89a4784154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7443763" y="1690688"/>
            <a:ext cx="3366478" cy="2302534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169" name="Google Shape;169;p18">
            <a:extLst xmlns:a="http://schemas.openxmlformats.org/drawingml/2006/main">
              <a:ext uri="{FF2B5EF4-FFF2-40B4-BE49-F238E27FC236}">
                <a16:creationId xmlns:a16="http://schemas.microsoft.com/office/drawing/2014/main" id="{645E68E4-2BDE-47D4-B479-439600BA62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714750"/>
            <a:ext cx="123825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sp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>
                <a:solidFill>
                  <a:schemeClr val="dk1"/>
                </a:solidFill>
                <a:latin typeface="Arial"/>
                <a:ea typeface="Arial"/>
                <a:cs typeface="Arial"/>
              </a:rPr>
              <a:t>[[0 0 0 ... 1 1 1]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>
                <a:solidFill>
                  <a:schemeClr val="dk1"/>
                </a:solidFill>
                <a:latin typeface="Arial"/>
                <a:ea typeface="Arial"/>
                <a:cs typeface="Arial"/>
              </a:rPr>
              <a:t> [0 0 0 ... 1 1 1]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>
                <a:solidFill>
                  <a:schemeClr val="dk1"/>
                </a:solidFill>
                <a:latin typeface="Arial"/>
                <a:ea typeface="Arial"/>
                <a:cs typeface="Arial"/>
              </a:rPr>
              <a:t> [0 0 0 ... 1 1 1]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>
                <a:solidFill>
                  <a:schemeClr val="dk1"/>
                </a:solidFill>
                <a:latin typeface="Arial"/>
                <a:ea typeface="Arial"/>
                <a:cs typeface="Arial"/>
              </a:rPr>
              <a:t> ...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>
                <a:solidFill>
                  <a:schemeClr val="dk1"/>
                </a:solidFill>
                <a:latin typeface="Arial"/>
                <a:ea typeface="Arial"/>
                <a:cs typeface="Arial"/>
              </a:rPr>
              <a:t> [0 0 0 ... 1 1 1]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>
                <a:solidFill>
                  <a:schemeClr val="dk1"/>
                </a:solidFill>
                <a:latin typeface="Arial"/>
                <a:ea typeface="Arial"/>
                <a:cs typeface="Arial"/>
              </a:rPr>
              <a:t> [0 0 0 ... 1 1 1]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>
                <a:solidFill>
                  <a:schemeClr val="dk1"/>
                </a:solidFill>
                <a:latin typeface="Arial"/>
                <a:ea typeface="Arial"/>
                <a:cs typeface="Arial"/>
              </a:rPr>
              <a:t> [0 0 0 ... 1 1 1]]</a:t>
            </a:r>
          </a:p>
        </p:txBody>
      </p:sp>
      <p:pic>
        <p:nvPicPr>
          <p:cNvPr id="179" name="Google Shape;170;p18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f655fd5e8a2e4117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7491176" y="4156240"/>
            <a:ext cx="3366478" cy="2254969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171" name="Google Shape;171;p18">
            <a:extLst xmlns:a="http://schemas.openxmlformats.org/drawingml/2006/main">
              <a:ext uri="{FF2B5EF4-FFF2-40B4-BE49-F238E27FC236}">
                <a16:creationId xmlns:a16="http://schemas.microsoft.com/office/drawing/2014/main" id="{9C02C8E6-7A95-4071-A6AC-AC39EEDF20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3714750"/>
            <a:ext cx="123825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sp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>
                <a:solidFill>
                  <a:schemeClr val="dk1"/>
                </a:solidFill>
                <a:latin typeface="Arial"/>
                <a:ea typeface="Arial"/>
                <a:cs typeface="Arial"/>
              </a:rPr>
              <a:t>[[1 1 1 ... 0 0 0]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>
                <a:solidFill>
                  <a:schemeClr val="dk1"/>
                </a:solidFill>
                <a:latin typeface="Arial"/>
                <a:ea typeface="Arial"/>
                <a:cs typeface="Arial"/>
              </a:rPr>
              <a:t> [1 1 1 ... 0 0 0]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>
                <a:solidFill>
                  <a:schemeClr val="dk1"/>
                </a:solidFill>
                <a:latin typeface="Arial"/>
                <a:ea typeface="Arial"/>
                <a:cs typeface="Arial"/>
              </a:rPr>
              <a:t> [1 1 1 ... 0 0 0]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>
                <a:solidFill>
                  <a:schemeClr val="dk1"/>
                </a:solidFill>
                <a:latin typeface="Arial"/>
                <a:ea typeface="Arial"/>
                <a:cs typeface="Arial"/>
              </a:rPr>
              <a:t> ...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>
                <a:solidFill>
                  <a:schemeClr val="dk1"/>
                </a:solidFill>
                <a:latin typeface="Arial"/>
                <a:ea typeface="Arial"/>
                <a:cs typeface="Arial"/>
              </a:rPr>
              <a:t> [0 0 0 ... 0 0 0]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>
                <a:solidFill>
                  <a:schemeClr val="dk1"/>
                </a:solidFill>
                <a:latin typeface="Arial"/>
                <a:ea typeface="Arial"/>
                <a:cs typeface="Arial"/>
              </a:rPr>
              <a:t> [0 0 0 ... 0 0 0]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>
                <a:solidFill>
                  <a:schemeClr val="dk1"/>
                </a:solidFill>
                <a:latin typeface="Arial"/>
                <a:ea typeface="Arial"/>
                <a:cs typeface="Arial"/>
              </a:rPr>
              <a:t> [0 0 0 ... 0 0 0]</a:t>
            </a:r>
          </a:p>
        </p:txBody>
      </p:sp>
      <p:sp>
        <p:nvSpPr>
          <p:cNvPr id="172" name="Google Shape;172;p18">
            <a:extLst xmlns:a="http://schemas.openxmlformats.org/drawingml/2006/main">
              <a:ext uri="{FF2B5EF4-FFF2-40B4-BE49-F238E27FC236}">
                <a16:creationId xmlns:a16="http://schemas.microsoft.com/office/drawing/2014/main" id="{9B373D18-2F39-4073-A75D-655EBB13EC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914759"/>
            <a:ext cx="6096000" cy="357020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spAutoFit/>
          </a:bodyPr>
          <a:lstStyle xmlns:a="http://schemas.openxmlformats.org/drawingml/2006/main"/>
          <a:p xmlns:a="http://schemas.openxmlformats.org/drawingml/2006/main">
            <a:pPr marL="24" indent="-14">
              <a:spcAft>
                <a:spcPts val="6"/>
              </a:spcAft>
              <a:buChar char="•"/>
            </a:pPr>
            <a:r>
              <a:rPr sz="2000">
                <a:latin typeface="Arial"/>
                <a:ea typeface="Arial"/>
                <a:cs typeface="Arial"/>
              </a:rPr>
              <a:t>Layout size: 150 µm × 200 µm</a:t>
            </a:r>
          </a:p>
          <a:p xmlns:a="http://schemas.openxmlformats.org/drawingml/2006/main">
            <a:pPr marL="24" indent="-14">
              <a:spcAft>
                <a:spcPts val="6"/>
              </a:spcAft>
              <a:buChar char="•"/>
            </a:pPr>
            <a:r>
              <a:rPr sz="2000">
                <a:latin typeface="Arial"/>
                <a:ea typeface="Arial"/>
                <a:cs typeface="Arial"/>
              </a:rPr>
              <a:t>Window size: 2 µm × 2 µm</a:t>
            </a:r>
          </a:p>
          <a:p xmlns:a="http://schemas.openxmlformats.org/drawingml/2006/main">
            <a:pPr marL="24" indent="-14">
              <a:spcAft>
                <a:spcPts val="6"/>
              </a:spcAft>
              <a:buChar char="•"/>
            </a:pPr>
            <a:r>
              <a:rPr sz="2000">
                <a:latin typeface="Arial"/>
                <a:ea typeface="Arial"/>
                <a:cs typeface="Arial"/>
              </a:rPr>
              <a:t>Window stride: 1 µm</a:t>
            </a:r>
          </a:p>
          <a:p xmlns:a="http://schemas.openxmlformats.org/drawingml/2006/main">
            <a:pPr marL="24" indent="-14">
              <a:spcAft>
                <a:spcPts val="6"/>
              </a:spcAft>
              <a:buChar char="•"/>
            </a:pPr>
            <a:r>
              <a:rPr sz="2000">
                <a:latin typeface="Arial"/>
                <a:ea typeface="Arial"/>
                <a:cs typeface="Arial"/>
              </a:rPr>
              <a:t>Each window becomes a 200 × 200 binary matrix</a:t>
            </a:r>
          </a:p>
          <a:p xmlns:a="http://schemas.openxmlformats.org/drawingml/2006/main">
            <a:pPr marL="24" indent="-14">
              <a:buChar char="•"/>
            </a:pPr>
            <a:r>
              <a:rPr sz="2000">
                <a:latin typeface="Arial"/>
                <a:ea typeface="Arial"/>
                <a:cs typeface="Arial"/>
              </a:rPr>
              <a:t>About 500 layout clips were generated</a:t>
            </a:r>
          </a:p>
        </p:txBody>
      </p:sp>
      <p:sp>
        <p:nvSpPr>
          <p:cNvPr id="173" name="Google Shape;173;p18">
            <a:extLst xmlns:a="http://schemas.openxmlformats.org/drawingml/2006/main">
              <a:ext uri="{FF2B5EF4-FFF2-40B4-BE49-F238E27FC236}">
                <a16:creationId xmlns:a16="http://schemas.microsoft.com/office/drawing/2014/main" id="{BC8BEBE1-D0D4-4CD6-A7D1-F6EF9B2593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3714750"/>
            <a:ext cx="123825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sp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>
                <a:solidFill>
                  <a:schemeClr val="dk1"/>
                </a:solidFill>
                <a:latin typeface="Arial"/>
                <a:ea typeface="Arial"/>
                <a:cs typeface="Arial"/>
              </a:rPr>
              <a:t>[[1 1 1 ... 1 1 1]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>
                <a:solidFill>
                  <a:schemeClr val="dk1"/>
                </a:solidFill>
                <a:latin typeface="Arial"/>
                <a:ea typeface="Arial"/>
                <a:cs typeface="Arial"/>
              </a:rPr>
              <a:t> [1 1 1 ... 1 1 1]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>
                <a:solidFill>
                  <a:schemeClr val="dk1"/>
                </a:solidFill>
                <a:latin typeface="Arial"/>
                <a:ea typeface="Arial"/>
                <a:cs typeface="Arial"/>
              </a:rPr>
              <a:t> [1 1 1 ... 1 1 1]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>
                <a:solidFill>
                  <a:schemeClr val="dk1"/>
                </a:solidFill>
                <a:latin typeface="Arial"/>
                <a:ea typeface="Arial"/>
                <a:cs typeface="Arial"/>
              </a:rPr>
              <a:t> ...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>
                <a:solidFill>
                  <a:schemeClr val="dk1"/>
                </a:solidFill>
                <a:latin typeface="Arial"/>
                <a:ea typeface="Arial"/>
                <a:cs typeface="Arial"/>
              </a:rPr>
              <a:t> [0 0 0 ... 0 0 0]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>
                <a:solidFill>
                  <a:schemeClr val="dk1"/>
                </a:solidFill>
                <a:latin typeface="Arial"/>
                <a:ea typeface="Arial"/>
                <a:cs typeface="Arial"/>
              </a:rPr>
              <a:t> [0 0 0 ... 0 0 0]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>
                <a:solidFill>
                  <a:schemeClr val="dk1"/>
                </a:solidFill>
                <a:latin typeface="Arial"/>
                <a:ea typeface="Arial"/>
                <a:cs typeface="Arial"/>
              </a:rPr>
              <a:t> [0 0 0 ... 0 0 0]]</a:t>
            </a:r>
          </a:p>
        </p:txBody>
      </p:sp>
    </p:spTree>
    <p:extLst>
      <p:ext uri="{BB962C8B-B14F-4D97-AF65-F5344CB8AC3E}">
        <p14:creationId xmlns:p14="http://schemas.microsoft.com/office/powerpoint/2010/main" val="302873998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8" name="Google Shape;178;p19">
            <a:extLst xmlns:a="http://schemas.openxmlformats.org/drawingml/2006/main">
              <a:ext uri="{FF2B5EF4-FFF2-40B4-BE49-F238E27FC236}">
                <a16:creationId xmlns:a16="http://schemas.microsoft.com/office/drawing/2014/main" id="{1221EDCB-BF9D-45F3-ABF9-6C31ED673F1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5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>Project steps</a:t>
            </a:r>
          </a:p>
        </p:txBody>
      </p:sp>
      <p:sp>
        <p:nvSpPr>
          <p:cNvPr id="179" name="Google Shape;179;p19">
            <a:extLst xmlns:a="http://schemas.openxmlformats.org/drawingml/2006/main">
              <a:ext uri="{FF2B5EF4-FFF2-40B4-BE49-F238E27FC236}">
                <a16:creationId xmlns:a16="http://schemas.microsoft.com/office/drawing/2014/main" id="{9BED944C-E6B8-4D26-8CAC-3682E76548A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565397"/>
            <a:ext cx="10515600" cy="435133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/>
          <a:p xmlns:a="http://schemas.openxmlformats.org/drawingml/2006/main">
            <a:pPr marL="228600" indent="-50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  <a:p xmlns:a="http://schemas.openxmlformats.org/drawingml/2006/main">
            <a:pPr marL="2286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har char="•"/>
            </a:pPr>
            <a:r>
              <a:rPr sz="2400"/>
              <a:t>Dataset generation - continue</a:t>
            </a:r>
          </a:p>
          <a:p xmlns:a="http://schemas.openxmlformats.org/drawingml/2006/main">
            <a:pPr marL="228600" indent="-76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t/>
            </a:r>
          </a:p>
          <a:p xmlns:a="http://schemas.openxmlformats.org/drawingml/2006/main">
            <a:pPr marL="2286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har char="•"/>
            </a:pPr>
            <a:r>
              <a:rPr sz="2400"/>
              <a:t>CNN creation and training</a:t>
            </a:r>
          </a:p>
          <a:p xmlns:a="http://schemas.openxmlformats.org/drawingml/2006/main">
            <a:pPr marL="0" indent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t/>
            </a:r>
          </a:p>
          <a:p xmlns:a="http://schemas.openxmlformats.org/drawingml/2006/main">
            <a:pPr marL="2286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har char="•"/>
            </a:pPr>
            <a:r>
              <a:rPr sz="2400"/>
              <a:t>Model Validation</a:t>
            </a:r>
          </a:p>
        </p:txBody>
      </p:sp>
      <p:pic>
        <p:nvPicPr>
          <p:cNvPr id="185" name="Google Shape;180;p19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54e9afadc9eb4ab7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6993149" y="3888809"/>
            <a:ext cx="3647743" cy="2027926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186" name="Google Shape;181;p19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e64de5e5b5f64f40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6179127" y="1622064"/>
            <a:ext cx="3329977" cy="1859789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187" name="Google Shape;182;p19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8dac25edd3264e82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9869647" y="1622064"/>
            <a:ext cx="1750162" cy="217615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</p:spTree>
    <p:extLst>
      <p:ext uri="{BB962C8B-B14F-4D97-AF65-F5344CB8AC3E}">
        <p14:creationId xmlns:p14="http://schemas.microsoft.com/office/powerpoint/2010/main" val="110105824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8" name="Google Shape;188;p20">
            <a:extLst xmlns:a="http://schemas.openxmlformats.org/drawingml/2006/main">
              <a:ext uri="{FF2B5EF4-FFF2-40B4-BE49-F238E27FC236}">
                <a16:creationId xmlns:a16="http://schemas.microsoft.com/office/drawing/2014/main" id="{63D583D9-4FAF-420A-B242-7A91EDE559F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5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>Project Resources &amp; Environment</a:t>
            </a:r>
          </a:p>
        </p:txBody>
      </p:sp>
      <p:sp>
        <p:nvSpPr>
          <p:cNvPr id="189" name="Google Shape;189;p20">
            <a:extLst xmlns:a="http://schemas.openxmlformats.org/drawingml/2006/main">
              <a:ext uri="{FF2B5EF4-FFF2-40B4-BE49-F238E27FC236}">
                <a16:creationId xmlns:a16="http://schemas.microsoft.com/office/drawing/2014/main" id="{DC8A3AF7-9354-4F1C-8461-010D7F9BA9AB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/>
          <a:p xmlns:a="http://schemas.openxmlformats.org/drawingml/2006/main">
            <a:pPr marL="228600" indent="-228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har char="•"/>
            </a:pPr>
            <a:r>
              <a:rPr sz="2400"/>
              <a:t>Tools – Klayout (free) interface with Python APIs.</a:t>
            </a:r>
          </a:p>
          <a:p xmlns:a="http://schemas.openxmlformats.org/drawingml/2006/main">
            <a:pPr marL="2286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har char="•"/>
            </a:pPr>
            <a:r>
              <a:rPr sz="2400"/>
              <a:t>PDK – SkyWater 130nm Open source PDK.</a:t>
            </a:r>
          </a:p>
          <a:p xmlns:a="http://schemas.openxmlformats.org/drawingml/2006/main">
            <a:pPr marL="2286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har char="•"/>
            </a:pPr>
            <a:r>
              <a:rPr sz="2400"/>
              <a:t>IP database – Tiny Tapeout database (may need for more sources).</a:t>
            </a:r>
          </a:p>
          <a:p xmlns:a="http://schemas.openxmlformats.org/drawingml/2006/main">
            <a:pPr marL="2286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har char="•"/>
            </a:pPr>
            <a:r>
              <a:rPr sz="2400"/>
              <a:t>Model Training – Google Colab (offers access to GPU), University servers.</a:t>
            </a:r>
          </a:p>
          <a:p xmlns:a="http://schemas.openxmlformats.org/drawingml/2006/main">
            <a:pPr marL="0" indent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t/>
            </a:r>
          </a:p>
          <a:p xmlns:a="http://schemas.openxmlformats.org/drawingml/2006/main">
            <a:pPr marL="228600" indent="-508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t/>
            </a:r>
          </a:p>
          <a:p xmlns:a="http://schemas.openxmlformats.org/drawingml/2006/main">
            <a:pPr marL="228600" indent="-508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t/>
            </a:r>
          </a:p>
          <a:p xmlns:a="http://schemas.openxmlformats.org/drawingml/2006/main">
            <a:pPr marL="228600" indent="-508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t/>
            </a:r>
          </a:p>
          <a:p xmlns:a="http://schemas.openxmlformats.org/drawingml/2006/main">
            <a:pPr marL="228600" indent="-508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114595620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5" name="Google Shape;195;p21">
            <a:extLst xmlns:a="http://schemas.openxmlformats.org/drawingml/2006/main">
              <a:ext uri="{FF2B5EF4-FFF2-40B4-BE49-F238E27FC236}">
                <a16:creationId xmlns:a16="http://schemas.microsoft.com/office/drawing/2014/main" id="{CC6E981B-E4BC-41F5-9C6F-5FF88D33F09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1850" y="1709738"/>
            <a:ext cx="10515600" cy="2852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45700" rIns="91425" bIns="45700" anchor="b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From proposal to measured system</a:t>
            </a:r>
          </a:p>
        </p:txBody>
      </p:sp>
      <p:sp>
        <p:nvSpPr>
          <p:cNvPr id="196" name="Google Shape;196;p21">
            <a:extLst xmlns:a="http://schemas.openxmlformats.org/drawingml/2006/main">
              <a:ext uri="{FF2B5EF4-FFF2-40B4-BE49-F238E27FC236}">
                <a16:creationId xmlns:a16="http://schemas.microsoft.com/office/drawing/2014/main" id="{600281A9-19F9-4F8B-86CB-889DFB6ECFE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1850" y="4589463"/>
            <a:ext cx="10515600" cy="1500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1000"/>
              </a:spcBef>
              <a:spcAft>
                <a:spcPts val="0"/>
              </a:spcAft>
              <a:buNone/>
            </a:pPr>
            <a:r>
              <a:t>B0–B7.1 complete · verified repair next</a:t>
            </a:r>
          </a:p>
        </p:txBody>
      </p:sp>
    </p:spTree>
    <p:extLst>
      <p:ext uri="{BB962C8B-B14F-4D97-AF65-F5344CB8AC3E}">
        <p14:creationId xmlns:p14="http://schemas.microsoft.com/office/powerpoint/2010/main" val="1775549394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2" name="Google Shape;202;p22">
            <a:extLst xmlns:a="http://schemas.openxmlformats.org/drawingml/2006/main">
              <a:ext uri="{FF2B5EF4-FFF2-40B4-BE49-F238E27FC236}">
                <a16:creationId xmlns:a16="http://schemas.microsoft.com/office/drawing/2014/main" id="{C8118EBF-173B-493F-B181-80ED61AEAA8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365125"/>
            <a:ext cx="10515600" cy="1325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Project objective and contribution</a:t>
            </a:r>
          </a:p>
        </p:txBody>
      </p:sp>
      <p:sp>
        <p:nvSpPr>
          <p:cNvPr id="203" name="Google Shape;203;p22">
            <a:extLst xmlns:a="http://schemas.openxmlformats.org/drawingml/2006/main">
              <a:ext uri="{FF2B5EF4-FFF2-40B4-BE49-F238E27FC236}">
                <a16:creationId xmlns:a16="http://schemas.microsoft.com/office/drawing/2014/main" id="{8C8967A8-AFDD-4A36-BD2A-6A37DA6F463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9788" y="1681163"/>
            <a:ext cx="5157900" cy="823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45700" rIns="91425" bIns="45700" anchor="b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1000"/>
              </a:spcBef>
              <a:spcAft>
                <a:spcPts val="0"/>
              </a:spcAft>
              <a:buNone/>
            </a:pPr>
            <a:r>
              <a:t>Paper baseline</a:t>
            </a:r>
          </a:p>
        </p:txBody>
      </p:sp>
      <p:sp>
        <p:nvSpPr>
          <p:cNvPr id="204" name="Google Shape;204;p22">
            <a:extLst xmlns:a="http://schemas.openxmlformats.org/drawingml/2006/main">
              <a:ext uri="{FF2B5EF4-FFF2-40B4-BE49-F238E27FC236}">
                <a16:creationId xmlns:a16="http://schemas.microsoft.com/office/drawing/2014/main" id="{19A9097E-C301-4B04-A28D-C7CF5D1666DA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505075"/>
            <a:ext cx="5157900" cy="3684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marL="457200" indent="-342900" algn="l">
              <a:spcBef>
                <a:spcPts val="1000"/>
              </a:spcBef>
              <a:spcAft>
                <a:spcPts val="0"/>
              </a:spcAft>
              <a:buChar char="●"/>
            </a:pPr>
            <a:r>
              <a:t>Tile-level binary classification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Reported up to 92% under the paper setup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No exact violation location</a:t>
            </a:r>
          </a:p>
        </p:txBody>
      </p:sp>
      <p:sp>
        <p:nvSpPr>
          <p:cNvPr id="205" name="Google Shape;205;p22">
            <a:extLst xmlns:a="http://schemas.openxmlformats.org/drawingml/2006/main">
              <a:ext uri="{FF2B5EF4-FFF2-40B4-BE49-F238E27FC236}">
                <a16:creationId xmlns:a16="http://schemas.microsoft.com/office/drawing/2014/main" id="{1E0BEAE3-F26D-4391-B700-136E11ECA92F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6172200" y="1681163"/>
            <a:ext cx="5183100" cy="823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45700" rIns="91425" bIns="45700" anchor="b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1000"/>
              </a:spcBef>
              <a:spcAft>
                <a:spcPts val="0"/>
              </a:spcAft>
              <a:buNone/>
            </a:pPr>
            <a:r>
              <a:t>Our target</a:t>
            </a:r>
          </a:p>
        </p:txBody>
      </p:sp>
      <p:sp>
        <p:nvSpPr>
          <p:cNvPr id="206" name="Google Shape;206;p22">
            <a:extLst xmlns:a="http://schemas.openxmlformats.org/drawingml/2006/main">
              <a:ext uri="{FF2B5EF4-FFF2-40B4-BE49-F238E27FC236}">
                <a16:creationId xmlns:a16="http://schemas.microsoft.com/office/drawing/2014/main" id="{76F59418-2FDB-4369-B235-930A4716F3F6}"/>
              </a:ext>
            </a:extLst>
          </p:cNvPr>
          <p:cNvSpPr>
            <a:spLocks xmlns:a="http://schemas.openxmlformats.org/drawingml/2006/main" noGrp="1"/>
          </p:cNvSpPr>
          <p:nvPr>
            <p:ph type="body" idx="4"/>
          </p:nvPr>
        </p:nvSpPr>
        <p:spPr>
          <a:xfrm xmlns:a="http://schemas.openxmlformats.org/drawingml/2006/main">
            <a:off x="6172200" y="2505075"/>
            <a:ext cx="5183100" cy="3684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marL="457200" indent="-342900" algn="l">
              <a:spcBef>
                <a:spcPts val="1000"/>
              </a:spcBef>
              <a:spcAft>
                <a:spcPts val="0"/>
              </a:spcAft>
              <a:buChar char="●"/>
            </a:pPr>
            <a:r>
              <a:t>Competitive clean / dirty classification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Generalization to unseen layouts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Pixel-level localization → exact GDS coordinates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DRC/LVS-verified repair suggestions</a:t>
            </a:r>
          </a:p>
        </p:txBody>
      </p:sp>
    </p:spTree>
    <p:extLst>
      <p:ext uri="{BB962C8B-B14F-4D97-AF65-F5344CB8AC3E}">
        <p14:creationId xmlns:p14="http://schemas.microsoft.com/office/powerpoint/2010/main" val="1161288531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2" name="Google Shape;212;p23">
            <a:extLst xmlns:a="http://schemas.openxmlformats.org/drawingml/2006/main">
              <a:ext uri="{FF2B5EF4-FFF2-40B4-BE49-F238E27FC236}">
                <a16:creationId xmlns:a16="http://schemas.microsoft.com/office/drawing/2014/main" id="{CEA2EDDF-A2CD-44CF-98BB-801657D2DD0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B0: reproducible pipeline established</a:t>
            </a:r>
          </a:p>
        </p:txBody>
      </p:sp>
      <p:sp>
        <p:nvSpPr>
          <p:cNvPr id="213" name="Google Shape;213;p23">
            <a:extLst xmlns:a="http://schemas.openxmlformats.org/drawingml/2006/main">
              <a:ext uri="{FF2B5EF4-FFF2-40B4-BE49-F238E27FC236}">
                <a16:creationId xmlns:a16="http://schemas.microsoft.com/office/drawing/2014/main" id="{DF709342-A5A8-450D-BE61-4B8EA771B37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5181600" cy="4351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marL="457200" indent="-342900" algn="l">
              <a:spcBef>
                <a:spcPts val="1000"/>
              </a:spcBef>
              <a:spcAft>
                <a:spcPts val="0"/>
              </a:spcAft>
              <a:buChar char="●"/>
            </a:pPr>
            <a:r>
              <a:t>6,060 labeled layout clips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Sky130 / m1.2 spacing rule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80/15/5 random tile split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Training-only rotations and reflections</a:t>
            </a:r>
          </a:p>
        </p:txBody>
      </p:sp>
      <p:sp>
        <p:nvSpPr>
          <p:cNvPr id="214" name="Google Shape;214;p23">
            <a:extLst xmlns:a="http://schemas.openxmlformats.org/drawingml/2006/main">
              <a:ext uri="{FF2B5EF4-FFF2-40B4-BE49-F238E27FC236}">
                <a16:creationId xmlns:a16="http://schemas.microsoft.com/office/drawing/2014/main" id="{391DC8AD-B282-472F-BADA-EE209EE8D6C2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172200" y="1825625"/>
            <a:ext cx="5181600" cy="4351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marL="457200" indent="-342900" algn="l">
              <a:spcBef>
                <a:spcPts val="1000"/>
              </a:spcBef>
              <a:spcAft>
                <a:spcPts val="0"/>
              </a:spcAft>
              <a:buChar char="●"/>
            </a:pPr>
            <a:r>
              <a:t>Dataset ZIP → deterministic split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CNN training → best checkpoint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Validation each epoch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Held-out test → JSON metrics + weights</a:t>
            </a:r>
          </a:p>
        </p:txBody>
      </p:sp>
    </p:spTree>
    <p:extLst>
      <p:ext uri="{BB962C8B-B14F-4D97-AF65-F5344CB8AC3E}">
        <p14:creationId xmlns:p14="http://schemas.microsoft.com/office/powerpoint/2010/main" val="463416430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0" name="Google Shape;220;p24">
            <a:extLst xmlns:a="http://schemas.openxmlformats.org/drawingml/2006/main">
              <a:ext uri="{FF2B5EF4-FFF2-40B4-BE49-F238E27FC236}">
                <a16:creationId xmlns:a16="http://schemas.microsoft.com/office/drawing/2014/main" id="{07F11CEA-12B3-4DEC-81DE-18CFD694992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2800"/>
              <a:t>B0 benchmark results</a:t>
            </a:r>
          </a:p>
        </p:txBody>
      </p:sp>
      <p:sp>
        <p:nvSpPr>
          <p:cNvPr id="221" name="Google Shape;221;p24">
            <a:extLst xmlns:a="http://schemas.openxmlformats.org/drawingml/2006/main">
              <a:ext uri="{FF2B5EF4-FFF2-40B4-BE49-F238E27FC236}">
                <a16:creationId xmlns:a16="http://schemas.microsoft.com/office/drawing/2014/main" id="{34FFD981-FC0C-4991-AA83-5BDA5E78AA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168400"/>
            <a:ext cx="2476500" cy="8889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E5F0FC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2100" b="1">
                <a:solidFill>
                  <a:srgbClr val="2E5496"/>
                </a:solidFill>
              </a:rPr>
              <a:t>79.2%</a:t>
            </a:r>
          </a:p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2100" b="1">
                <a:solidFill>
                  <a:srgbClr val="2E5496"/>
                </a:solidFill>
              </a:rPr>
              <a:t>Test accuracy</a:t>
            </a:r>
          </a:p>
        </p:txBody>
      </p:sp>
      <p:sp>
        <p:nvSpPr>
          <p:cNvPr id="222" name="Google Shape;222;p24">
            <a:extLst xmlns:a="http://schemas.openxmlformats.org/drawingml/2006/main">
              <a:ext uri="{FF2B5EF4-FFF2-40B4-BE49-F238E27FC236}">
                <a16:creationId xmlns:a16="http://schemas.microsoft.com/office/drawing/2014/main" id="{E64DA27B-59AB-4116-88BB-4D9AC154A6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1168400"/>
            <a:ext cx="2476500" cy="8889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E5F0FC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2100" b="1">
                <a:solidFill>
                  <a:srgbClr val="2E5496"/>
                </a:solidFill>
              </a:rPr>
              <a:t>0.786</a:t>
            </a:r>
          </a:p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2100" b="1">
                <a:solidFill>
                  <a:srgbClr val="2E5496"/>
                </a:solidFill>
              </a:rPr>
              <a:t>Test F1</a:t>
            </a:r>
          </a:p>
        </p:txBody>
      </p:sp>
      <p:sp>
        <p:nvSpPr>
          <p:cNvPr id="223" name="Google Shape;223;p24">
            <a:extLst xmlns:a="http://schemas.openxmlformats.org/drawingml/2006/main">
              <a:ext uri="{FF2B5EF4-FFF2-40B4-BE49-F238E27FC236}">
                <a16:creationId xmlns:a16="http://schemas.microsoft.com/office/drawing/2014/main" id="{B359A0E4-150F-4A91-9EE7-E39ED9CF44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168400"/>
            <a:ext cx="2476500" cy="8889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E5F0FC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2100" b="1">
                <a:solidFill>
                  <a:srgbClr val="2E5496"/>
                </a:solidFill>
              </a:rPr>
              <a:t>79.5%</a:t>
            </a:r>
          </a:p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2100" b="1">
                <a:solidFill>
                  <a:srgbClr val="2E5496"/>
                </a:solidFill>
              </a:rPr>
              <a:t>Dirty recall</a:t>
            </a:r>
          </a:p>
        </p:txBody>
      </p:sp>
      <p:sp>
        <p:nvSpPr>
          <p:cNvPr id="224" name="Google Shape;224;p24">
            <a:extLst xmlns:a="http://schemas.openxmlformats.org/drawingml/2006/main">
              <a:ext uri="{FF2B5EF4-FFF2-40B4-BE49-F238E27FC236}">
                <a16:creationId xmlns:a16="http://schemas.microsoft.com/office/drawing/2014/main" id="{448D1686-F154-4825-8455-21FA62030A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1168400"/>
            <a:ext cx="2476500" cy="8889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E5F0FC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2100" b="1">
                <a:solidFill>
                  <a:srgbClr val="2E5496"/>
                </a:solidFill>
              </a:rPr>
              <a:t>303</a:t>
            </a:r>
          </a:p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2100" b="1">
                <a:solidFill>
                  <a:srgbClr val="2E5496"/>
                </a:solidFill>
              </a:rPr>
              <a:t>Held-out tiles</a:t>
            </a:r>
          </a:p>
        </p:txBody>
      </p:sp>
      <p:sp>
        <p:nvSpPr>
          <p:cNvPr id="225" name="Google Shape;225;p24">
            <a:extLst xmlns:a="http://schemas.openxmlformats.org/drawingml/2006/main">
              <a:ext uri="{FF2B5EF4-FFF2-40B4-BE49-F238E27FC236}">
                <a16:creationId xmlns:a16="http://schemas.microsoft.com/office/drawing/2014/main" id="{5325D149-BE92-4FD6-B792-AD4BCA7075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5500" y="2349500"/>
            <a:ext cx="4889400" cy="35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600" b="1">
                <a:solidFill>
                  <a:srgbClr val="333333"/>
                </a:solidFill>
              </a:rPr>
              <a:t>Validation accuracy by epoch</a:t>
            </a:r>
          </a:p>
        </p:txBody>
      </p:sp>
      <p:sp>
        <p:nvSpPr>
          <p:cNvPr id="226" name="Google Shape;226;p24">
            <a:extLst xmlns:a="http://schemas.openxmlformats.org/drawingml/2006/main">
              <a:ext uri="{FF2B5EF4-FFF2-40B4-BE49-F238E27FC236}">
                <a16:creationId xmlns:a16="http://schemas.microsoft.com/office/drawing/2014/main" id="{60C63560-5372-47FA-82CD-652B71E233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349500"/>
            <a:ext cx="4889400" cy="35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600" b="1">
                <a:solidFill>
                  <a:srgbClr val="333333"/>
                </a:solidFill>
              </a:rPr>
              <a:t>Validation F1 by epoch</a:t>
            </a:r>
          </a:p>
        </p:txBody>
      </p:sp>
      <p:sp>
        <p:nvSpPr>
          <p:cNvPr id="227" name="Google Shape;227;p24">
            <a:extLst xmlns:a="http://schemas.openxmlformats.org/drawingml/2006/main">
              <a:ext uri="{FF2B5EF4-FFF2-40B4-BE49-F238E27FC236}">
                <a16:creationId xmlns:a16="http://schemas.microsoft.com/office/drawing/2014/main" id="{D64E7AEF-FADD-4A8F-85AE-1951913F13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6000" y="5791200"/>
            <a:ext cx="4445100" cy="25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8B8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228" name="Google Shape;228;p24">
            <a:extLst xmlns:a="http://schemas.openxmlformats.org/drawingml/2006/main">
              <a:ext uri="{FF2B5EF4-FFF2-40B4-BE49-F238E27FC236}">
                <a16:creationId xmlns:a16="http://schemas.microsoft.com/office/drawing/2014/main" id="{CE3E6F11-AB17-4D0C-A8FF-A896408BA5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5791200"/>
            <a:ext cx="4445100" cy="25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8B8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229" name="Google Shape;229;p24">
            <a:extLst xmlns:a="http://schemas.openxmlformats.org/drawingml/2006/main">
              <a:ext uri="{FF2B5EF4-FFF2-40B4-BE49-F238E27FC236}">
                <a16:creationId xmlns:a16="http://schemas.microsoft.com/office/drawing/2014/main" id="{2F7AFDFB-F63A-4D6B-8209-6D4E2E931D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6500" y="4218178"/>
            <a:ext cx="533400" cy="157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5496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230" name="Google Shape;230;p24">
            <a:extLst xmlns:a="http://schemas.openxmlformats.org/drawingml/2006/main">
              <a:ext uri="{FF2B5EF4-FFF2-40B4-BE49-F238E27FC236}">
                <a16:creationId xmlns:a16="http://schemas.microsoft.com/office/drawing/2014/main" id="{E2439BC9-CF04-423F-B024-F3872A68AB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900678"/>
            <a:ext cx="660300" cy="279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100" b="1">
                <a:solidFill>
                  <a:srgbClr val="333333"/>
                </a:solidFill>
              </a:rPr>
              <a:t>56.3%</a:t>
            </a:r>
          </a:p>
        </p:txBody>
      </p:sp>
      <p:sp>
        <p:nvSpPr>
          <p:cNvPr id="231" name="Google Shape;231;p24">
            <a:extLst xmlns:a="http://schemas.openxmlformats.org/drawingml/2006/main">
              <a:ext uri="{FF2B5EF4-FFF2-40B4-BE49-F238E27FC236}">
                <a16:creationId xmlns:a16="http://schemas.microsoft.com/office/drawing/2014/main" id="{7F7EE744-7600-4CE7-AC12-9394C81F75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867400"/>
            <a:ext cx="660300" cy="279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100">
                <a:solidFill>
                  <a:srgbClr val="333333"/>
                </a:solidFill>
              </a:rPr>
              <a:t>E1</a:t>
            </a:r>
          </a:p>
        </p:txBody>
      </p:sp>
      <p:sp>
        <p:nvSpPr>
          <p:cNvPr id="232" name="Google Shape;232;p24">
            <a:extLst xmlns:a="http://schemas.openxmlformats.org/drawingml/2006/main">
              <a:ext uri="{FF2B5EF4-FFF2-40B4-BE49-F238E27FC236}">
                <a16:creationId xmlns:a16="http://schemas.microsoft.com/office/drawing/2014/main" id="{4259327A-4EE3-4193-B3EA-A049373B12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5753100"/>
            <a:ext cx="5334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7D30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233" name="Google Shape;233;p24">
            <a:extLst xmlns:a="http://schemas.openxmlformats.org/drawingml/2006/main">
              <a:ext uri="{FF2B5EF4-FFF2-40B4-BE49-F238E27FC236}">
                <a16:creationId xmlns:a16="http://schemas.microsoft.com/office/drawing/2014/main" id="{35E9761B-EBBC-48BE-839C-C6C168A919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94500" y="5435600"/>
            <a:ext cx="660300" cy="279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100" b="1">
                <a:solidFill>
                  <a:srgbClr val="333333"/>
                </a:solidFill>
              </a:rPr>
              <a:t>0.000</a:t>
            </a:r>
          </a:p>
        </p:txBody>
      </p:sp>
      <p:sp>
        <p:nvSpPr>
          <p:cNvPr id="234" name="Google Shape;234;p24">
            <a:extLst xmlns:a="http://schemas.openxmlformats.org/drawingml/2006/main">
              <a:ext uri="{FF2B5EF4-FFF2-40B4-BE49-F238E27FC236}">
                <a16:creationId xmlns:a16="http://schemas.microsoft.com/office/drawing/2014/main" id="{5B0E341C-AE80-41C0-8D3D-2275BBF0AD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94500" y="5867400"/>
            <a:ext cx="660300" cy="279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100">
                <a:solidFill>
                  <a:srgbClr val="333333"/>
                </a:solidFill>
              </a:rPr>
              <a:t>E1</a:t>
            </a:r>
          </a:p>
        </p:txBody>
      </p:sp>
      <p:sp>
        <p:nvSpPr>
          <p:cNvPr id="235" name="Google Shape;235;p24">
            <a:extLst xmlns:a="http://schemas.openxmlformats.org/drawingml/2006/main">
              <a:ext uri="{FF2B5EF4-FFF2-40B4-BE49-F238E27FC236}">
                <a16:creationId xmlns:a16="http://schemas.microsoft.com/office/drawing/2014/main" id="{9D2F9BA8-5E50-4AF8-A708-69B40A34D7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44700" y="4218178"/>
            <a:ext cx="533400" cy="157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5496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236" name="Google Shape;236;p24">
            <a:extLst xmlns:a="http://schemas.openxmlformats.org/drawingml/2006/main">
              <a:ext uri="{FF2B5EF4-FFF2-40B4-BE49-F238E27FC236}">
                <a16:creationId xmlns:a16="http://schemas.microsoft.com/office/drawing/2014/main" id="{7C852366-3ED7-4301-B0B7-15A5B7E22F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3900678"/>
            <a:ext cx="660300" cy="279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100" b="1">
                <a:solidFill>
                  <a:srgbClr val="333333"/>
                </a:solidFill>
              </a:rPr>
              <a:t>56.3%</a:t>
            </a:r>
          </a:p>
        </p:txBody>
      </p:sp>
      <p:sp>
        <p:nvSpPr>
          <p:cNvPr id="237" name="Google Shape;237;p24">
            <a:extLst xmlns:a="http://schemas.openxmlformats.org/drawingml/2006/main">
              <a:ext uri="{FF2B5EF4-FFF2-40B4-BE49-F238E27FC236}">
                <a16:creationId xmlns:a16="http://schemas.microsoft.com/office/drawing/2014/main" id="{54A865A6-9679-4330-9417-8AD67C6FA5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5867400"/>
            <a:ext cx="660300" cy="279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100">
                <a:solidFill>
                  <a:srgbClr val="333333"/>
                </a:solidFill>
              </a:rPr>
              <a:t>E2</a:t>
            </a:r>
          </a:p>
        </p:txBody>
      </p:sp>
      <p:sp>
        <p:nvSpPr>
          <p:cNvPr id="238" name="Google Shape;238;p24">
            <a:extLst xmlns:a="http://schemas.openxmlformats.org/drawingml/2006/main">
              <a:ext uri="{FF2B5EF4-FFF2-40B4-BE49-F238E27FC236}">
                <a16:creationId xmlns:a16="http://schemas.microsoft.com/office/drawing/2014/main" id="{A92C332C-C659-4C97-9748-7ACA7B7510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5753100"/>
            <a:ext cx="5334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7D30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239" name="Google Shape;239;p24">
            <a:extLst xmlns:a="http://schemas.openxmlformats.org/drawingml/2006/main">
              <a:ext uri="{FF2B5EF4-FFF2-40B4-BE49-F238E27FC236}">
                <a16:creationId xmlns:a16="http://schemas.microsoft.com/office/drawing/2014/main" id="{7ACB9D0F-EBCE-4CA8-8E60-F9B86F2368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2700" y="5435600"/>
            <a:ext cx="660300" cy="279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100" b="1">
                <a:solidFill>
                  <a:srgbClr val="333333"/>
                </a:solidFill>
              </a:rPr>
              <a:t>0.000</a:t>
            </a:r>
          </a:p>
        </p:txBody>
      </p:sp>
      <p:sp>
        <p:nvSpPr>
          <p:cNvPr id="240" name="Google Shape;240;p24">
            <a:extLst xmlns:a="http://schemas.openxmlformats.org/drawingml/2006/main">
              <a:ext uri="{FF2B5EF4-FFF2-40B4-BE49-F238E27FC236}">
                <a16:creationId xmlns:a16="http://schemas.microsoft.com/office/drawing/2014/main" id="{3C4B027B-6184-4E32-8208-F8CA608A53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2700" y="5867400"/>
            <a:ext cx="660300" cy="279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100">
                <a:solidFill>
                  <a:srgbClr val="333333"/>
                </a:solidFill>
              </a:rPr>
              <a:t>E2</a:t>
            </a:r>
          </a:p>
        </p:txBody>
      </p:sp>
      <p:sp>
        <p:nvSpPr>
          <p:cNvPr id="241" name="Google Shape;241;p24">
            <a:extLst xmlns:a="http://schemas.openxmlformats.org/drawingml/2006/main">
              <a:ext uri="{FF2B5EF4-FFF2-40B4-BE49-F238E27FC236}">
                <a16:creationId xmlns:a16="http://schemas.microsoft.com/office/drawing/2014/main" id="{BFFD5909-39F1-4DF7-97AE-55B7D5F199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82900" y="3910838"/>
            <a:ext cx="533400" cy="1880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5496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242" name="Google Shape;242;p24">
            <a:extLst xmlns:a="http://schemas.openxmlformats.org/drawingml/2006/main">
              <a:ext uri="{FF2B5EF4-FFF2-40B4-BE49-F238E27FC236}">
                <a16:creationId xmlns:a16="http://schemas.microsoft.com/office/drawing/2014/main" id="{0EDC3AFF-87BC-43A7-ACAA-7C7B506CFF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9400" y="3593338"/>
            <a:ext cx="660300" cy="279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100" b="1">
                <a:solidFill>
                  <a:srgbClr val="333333"/>
                </a:solidFill>
              </a:rPr>
              <a:t>67.3%</a:t>
            </a:r>
          </a:p>
        </p:txBody>
      </p:sp>
      <p:sp>
        <p:nvSpPr>
          <p:cNvPr id="243" name="Google Shape;243;p24">
            <a:extLst xmlns:a="http://schemas.openxmlformats.org/drawingml/2006/main">
              <a:ext uri="{FF2B5EF4-FFF2-40B4-BE49-F238E27FC236}">
                <a16:creationId xmlns:a16="http://schemas.microsoft.com/office/drawing/2014/main" id="{92A8445F-1FB0-4697-9F9D-FF59D9D81A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9400" y="5867400"/>
            <a:ext cx="660300" cy="279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100">
                <a:solidFill>
                  <a:srgbClr val="333333"/>
                </a:solidFill>
              </a:rPr>
              <a:t>E3</a:t>
            </a:r>
          </a:p>
        </p:txBody>
      </p:sp>
      <p:sp>
        <p:nvSpPr>
          <p:cNvPr id="244" name="Google Shape;244;p24">
            <a:extLst xmlns:a="http://schemas.openxmlformats.org/drawingml/2006/main">
              <a:ext uri="{FF2B5EF4-FFF2-40B4-BE49-F238E27FC236}">
                <a16:creationId xmlns:a16="http://schemas.microsoft.com/office/drawing/2014/main" id="{7D97596A-3BFB-497A-84E3-7D68FACCA1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3790696"/>
            <a:ext cx="533400" cy="2000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7D30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245" name="Google Shape;245;p24">
            <a:extLst xmlns:a="http://schemas.openxmlformats.org/drawingml/2006/main">
              <a:ext uri="{FF2B5EF4-FFF2-40B4-BE49-F238E27FC236}">
                <a16:creationId xmlns:a16="http://schemas.microsoft.com/office/drawing/2014/main" id="{073981FC-B440-4AA1-924E-FD17CE1660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0900" y="3473196"/>
            <a:ext cx="660300" cy="279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100" b="1">
                <a:solidFill>
                  <a:srgbClr val="333333"/>
                </a:solidFill>
              </a:rPr>
              <a:t>0.716</a:t>
            </a:r>
          </a:p>
        </p:txBody>
      </p:sp>
      <p:sp>
        <p:nvSpPr>
          <p:cNvPr id="246" name="Google Shape;246;p24">
            <a:extLst xmlns:a="http://schemas.openxmlformats.org/drawingml/2006/main">
              <a:ext uri="{FF2B5EF4-FFF2-40B4-BE49-F238E27FC236}">
                <a16:creationId xmlns:a16="http://schemas.microsoft.com/office/drawing/2014/main" id="{67912E2C-D43C-462D-8941-AFD494C902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0900" y="5867400"/>
            <a:ext cx="660300" cy="279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100">
                <a:solidFill>
                  <a:srgbClr val="333333"/>
                </a:solidFill>
              </a:rPr>
              <a:t>E3</a:t>
            </a:r>
          </a:p>
        </p:txBody>
      </p:sp>
      <p:sp>
        <p:nvSpPr>
          <p:cNvPr id="247" name="Google Shape;247;p24">
            <a:extLst xmlns:a="http://schemas.openxmlformats.org/drawingml/2006/main">
              <a:ext uri="{FF2B5EF4-FFF2-40B4-BE49-F238E27FC236}">
                <a16:creationId xmlns:a16="http://schemas.microsoft.com/office/drawing/2014/main" id="{6739EDC7-344C-4B71-A3C7-39707247AE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21100" y="3678936"/>
            <a:ext cx="533400" cy="2112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5496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248" name="Google Shape;248;p24">
            <a:extLst xmlns:a="http://schemas.openxmlformats.org/drawingml/2006/main">
              <a:ext uri="{FF2B5EF4-FFF2-40B4-BE49-F238E27FC236}">
                <a16:creationId xmlns:a16="http://schemas.microsoft.com/office/drawing/2014/main" id="{32CBA057-F3DF-4116-A45C-91F8FF45B1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3361436"/>
            <a:ext cx="660300" cy="279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100" b="1">
                <a:solidFill>
                  <a:srgbClr val="333333"/>
                </a:solidFill>
              </a:rPr>
              <a:t>75.6%</a:t>
            </a:r>
          </a:p>
        </p:txBody>
      </p:sp>
      <p:sp>
        <p:nvSpPr>
          <p:cNvPr id="249" name="Google Shape;249;p24">
            <a:extLst xmlns:a="http://schemas.openxmlformats.org/drawingml/2006/main">
              <a:ext uri="{FF2B5EF4-FFF2-40B4-BE49-F238E27FC236}">
                <a16:creationId xmlns:a16="http://schemas.microsoft.com/office/drawing/2014/main" id="{7C480CCA-4BBA-499D-9F9D-EFE2E5E5E2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5867400"/>
            <a:ext cx="660300" cy="279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100">
                <a:solidFill>
                  <a:srgbClr val="333333"/>
                </a:solidFill>
              </a:rPr>
              <a:t>E4</a:t>
            </a:r>
          </a:p>
        </p:txBody>
      </p:sp>
      <p:sp>
        <p:nvSpPr>
          <p:cNvPr id="250" name="Google Shape;250;p24">
            <a:extLst xmlns:a="http://schemas.openxmlformats.org/drawingml/2006/main">
              <a:ext uri="{FF2B5EF4-FFF2-40B4-BE49-F238E27FC236}">
                <a16:creationId xmlns:a16="http://schemas.microsoft.com/office/drawing/2014/main" id="{DCEA9562-EA77-4405-83E7-AB9A14F739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3743198"/>
            <a:ext cx="533400" cy="204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7D30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251" name="Google Shape;251;p24">
            <a:extLst xmlns:a="http://schemas.openxmlformats.org/drawingml/2006/main">
              <a:ext uri="{FF2B5EF4-FFF2-40B4-BE49-F238E27FC236}">
                <a16:creationId xmlns:a16="http://schemas.microsoft.com/office/drawing/2014/main" id="{DA67171C-4EF2-48F6-A6F5-4EA64F8CA8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09100" y="3425698"/>
            <a:ext cx="660300" cy="279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100" b="1">
                <a:solidFill>
                  <a:srgbClr val="333333"/>
                </a:solidFill>
              </a:rPr>
              <a:t>0.733</a:t>
            </a:r>
          </a:p>
        </p:txBody>
      </p:sp>
      <p:sp>
        <p:nvSpPr>
          <p:cNvPr id="252" name="Google Shape;252;p24">
            <a:extLst xmlns:a="http://schemas.openxmlformats.org/drawingml/2006/main">
              <a:ext uri="{FF2B5EF4-FFF2-40B4-BE49-F238E27FC236}">
                <a16:creationId xmlns:a16="http://schemas.microsoft.com/office/drawing/2014/main" id="{30CC1582-8A2E-4F2B-A98A-F746E0E295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09100" y="5867400"/>
            <a:ext cx="660300" cy="279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100">
                <a:solidFill>
                  <a:srgbClr val="333333"/>
                </a:solidFill>
              </a:rPr>
              <a:t>E4</a:t>
            </a:r>
          </a:p>
        </p:txBody>
      </p:sp>
      <p:sp>
        <p:nvSpPr>
          <p:cNvPr id="253" name="Google Shape;253;p24">
            <a:extLst xmlns:a="http://schemas.openxmlformats.org/drawingml/2006/main">
              <a:ext uri="{FF2B5EF4-FFF2-40B4-BE49-F238E27FC236}">
                <a16:creationId xmlns:a16="http://schemas.microsoft.com/office/drawing/2014/main" id="{AFA61B2C-4E1D-4FE9-9E0A-478D361089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9300" y="3611880"/>
            <a:ext cx="533400" cy="217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5496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254" name="Google Shape;254;p24">
            <a:extLst xmlns:a="http://schemas.openxmlformats.org/drawingml/2006/main">
              <a:ext uri="{FF2B5EF4-FFF2-40B4-BE49-F238E27FC236}">
                <a16:creationId xmlns:a16="http://schemas.microsoft.com/office/drawing/2014/main" id="{096789E1-7160-45E9-AF2B-911612263C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3294380"/>
            <a:ext cx="660300" cy="279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100" b="1">
                <a:solidFill>
                  <a:srgbClr val="333333"/>
                </a:solidFill>
              </a:rPr>
              <a:t>78.0%</a:t>
            </a:r>
          </a:p>
        </p:txBody>
      </p:sp>
      <p:sp>
        <p:nvSpPr>
          <p:cNvPr id="255" name="Google Shape;255;p24">
            <a:extLst xmlns:a="http://schemas.openxmlformats.org/drawingml/2006/main">
              <a:ext uri="{FF2B5EF4-FFF2-40B4-BE49-F238E27FC236}">
                <a16:creationId xmlns:a16="http://schemas.microsoft.com/office/drawing/2014/main" id="{217B4067-DDE7-49F9-945B-102BDE6C4E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5867400"/>
            <a:ext cx="660300" cy="279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100">
                <a:solidFill>
                  <a:srgbClr val="333333"/>
                </a:solidFill>
              </a:rPr>
              <a:t>E5</a:t>
            </a:r>
          </a:p>
        </p:txBody>
      </p:sp>
      <p:sp>
        <p:nvSpPr>
          <p:cNvPr id="256" name="Google Shape;256;p24">
            <a:extLst xmlns:a="http://schemas.openxmlformats.org/drawingml/2006/main">
              <a:ext uri="{FF2B5EF4-FFF2-40B4-BE49-F238E27FC236}">
                <a16:creationId xmlns:a16="http://schemas.microsoft.com/office/drawing/2014/main" id="{DDC8BE7E-B239-41DC-9951-DD30E58027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10800" y="3664966"/>
            <a:ext cx="533400" cy="2126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7D30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257" name="Google Shape;257;p24">
            <a:extLst xmlns:a="http://schemas.openxmlformats.org/drawingml/2006/main">
              <a:ext uri="{FF2B5EF4-FFF2-40B4-BE49-F238E27FC236}">
                <a16:creationId xmlns:a16="http://schemas.microsoft.com/office/drawing/2014/main" id="{6CC6804D-C7C8-4BF3-A2E5-137FEDFED9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47300" y="3347466"/>
            <a:ext cx="660300" cy="279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100" b="1">
                <a:solidFill>
                  <a:srgbClr val="333333"/>
                </a:solidFill>
              </a:rPr>
              <a:t>0.761</a:t>
            </a:r>
          </a:p>
        </p:txBody>
      </p:sp>
      <p:sp>
        <p:nvSpPr>
          <p:cNvPr id="258" name="Google Shape;258;p24">
            <a:extLst xmlns:a="http://schemas.openxmlformats.org/drawingml/2006/main">
              <a:ext uri="{FF2B5EF4-FFF2-40B4-BE49-F238E27FC236}">
                <a16:creationId xmlns:a16="http://schemas.microsoft.com/office/drawing/2014/main" id="{E2A56AA0-A4A5-4CBC-B17F-A51D28D3F1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47300" y="5867400"/>
            <a:ext cx="660300" cy="279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100">
                <a:solidFill>
                  <a:srgbClr val="333333"/>
                </a:solidFill>
              </a:rPr>
              <a:t>E5</a:t>
            </a:r>
          </a:p>
        </p:txBody>
      </p:sp>
    </p:spTree>
    <p:extLst>
      <p:ext uri="{BB962C8B-B14F-4D97-AF65-F5344CB8AC3E}">
        <p14:creationId xmlns:p14="http://schemas.microsoft.com/office/powerpoint/2010/main" val="2007162193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4" name="Google Shape;264;p25">
            <a:extLst xmlns:a="http://schemas.openxmlformats.org/drawingml/2006/main">
              <a:ext uri="{FF2B5EF4-FFF2-40B4-BE49-F238E27FC236}">
                <a16:creationId xmlns:a16="http://schemas.microsoft.com/office/drawing/2014/main" id="{ECFEFA44-E7EB-4111-AB7B-CE25C0F4D9B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B0 result: functional, not yet paper-comparable</a:t>
            </a:r>
          </a:p>
        </p:txBody>
      </p:sp>
      <p:sp>
        <p:nvSpPr>
          <p:cNvPr id="265" name="Google Shape;265;p25">
            <a:extLst xmlns:a="http://schemas.openxmlformats.org/drawingml/2006/main">
              <a:ext uri="{FF2B5EF4-FFF2-40B4-BE49-F238E27FC236}">
                <a16:creationId xmlns:a16="http://schemas.microsoft.com/office/drawing/2014/main" id="{6F1DFA78-85BE-4013-AEBA-D4B53B45BF71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172200" y="1825625"/>
            <a:ext cx="5181600" cy="4351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marL="457200" indent="-342900" algn="l">
              <a:spcBef>
                <a:spcPts val="1000"/>
              </a:spcBef>
              <a:spcAft>
                <a:spcPts val="0"/>
              </a:spcAft>
              <a:buChar char="●"/>
            </a:pPr>
            <a:r>
              <a:t>Balanced predictions: 154 clean / 149 dirty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33 false alarms; 30 missed violations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Epochs 1–2 collapsed; recovery starts at epoch 3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Random tile split may leak layout families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Dataset and task differ from the paper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Decision: redesign evaluation before tuning</a:t>
            </a:r>
          </a:p>
        </p:txBody>
      </p:sp>
      <p:sp>
        <p:nvSpPr>
          <p:cNvPr id="266" name="Google Shape;266;p25">
            <a:extLst xmlns:a="http://schemas.openxmlformats.org/drawingml/2006/main">
              <a:ext uri="{FF2B5EF4-FFF2-40B4-BE49-F238E27FC236}">
                <a16:creationId xmlns:a16="http://schemas.microsoft.com/office/drawing/2014/main" id="{114B2ECA-B89A-49A6-BF33-464FB8DEC4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0000" y="1460500"/>
            <a:ext cx="3810000" cy="317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>
                <a:solidFill>
                  <a:srgbClr val="333333"/>
                </a:solidFill>
              </a:rPr>
              <a:t>Predicted class</a:t>
            </a:r>
          </a:p>
        </p:txBody>
      </p:sp>
      <p:sp>
        <p:nvSpPr>
          <p:cNvPr id="267" name="Google Shape;267;p25">
            <a:extLst xmlns:a="http://schemas.openxmlformats.org/drawingml/2006/main">
              <a:ext uri="{FF2B5EF4-FFF2-40B4-BE49-F238E27FC236}">
                <a16:creationId xmlns:a16="http://schemas.microsoft.com/office/drawing/2014/main" id="{36B959A8-0A7D-45AD-A797-B34F241DD7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1841500"/>
            <a:ext cx="1714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333333"/>
                </a:solidFill>
              </a:rPr>
              <a:t>Clean</a:t>
            </a:r>
          </a:p>
        </p:txBody>
      </p:sp>
      <p:sp>
        <p:nvSpPr>
          <p:cNvPr id="268" name="Google Shape;268;p25">
            <a:extLst xmlns:a="http://schemas.openxmlformats.org/drawingml/2006/main">
              <a:ext uri="{FF2B5EF4-FFF2-40B4-BE49-F238E27FC236}">
                <a16:creationId xmlns:a16="http://schemas.microsoft.com/office/drawing/2014/main" id="{1181C51F-75BC-41B2-A5A4-BACA86674B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75000" y="1841500"/>
            <a:ext cx="1714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333333"/>
                </a:solidFill>
              </a:rPr>
              <a:t>Dirty</a:t>
            </a:r>
          </a:p>
        </p:txBody>
      </p:sp>
      <p:sp>
        <p:nvSpPr>
          <p:cNvPr id="269" name="Google Shape;269;p25">
            <a:extLst xmlns:a="http://schemas.openxmlformats.org/drawingml/2006/main">
              <a:ext uri="{FF2B5EF4-FFF2-40B4-BE49-F238E27FC236}">
                <a16:creationId xmlns:a16="http://schemas.microsoft.com/office/drawing/2014/main" id="{3E33EDFC-1BCC-435B-A60A-7A50D1D6FC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4500" y="2794000"/>
            <a:ext cx="8889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200" b="1">
                <a:solidFill>
                  <a:srgbClr val="333333"/>
                </a:solidFill>
              </a:rPr>
              <a:t>True</a:t>
            </a:r>
          </a:p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200" b="1">
                <a:solidFill>
                  <a:srgbClr val="333333"/>
                </a:solidFill>
              </a:rPr>
              <a:t>clean</a:t>
            </a:r>
          </a:p>
        </p:txBody>
      </p:sp>
      <p:sp>
        <p:nvSpPr>
          <p:cNvPr id="270" name="Google Shape;270;p25">
            <a:extLst xmlns:a="http://schemas.openxmlformats.org/drawingml/2006/main">
              <a:ext uri="{FF2B5EF4-FFF2-40B4-BE49-F238E27FC236}">
                <a16:creationId xmlns:a16="http://schemas.microsoft.com/office/drawing/2014/main" id="{AD3CC03A-263E-4DD8-ADC4-57F1D08197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4500" y="4635500"/>
            <a:ext cx="8889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200" b="1">
                <a:solidFill>
                  <a:srgbClr val="333333"/>
                </a:solidFill>
              </a:rPr>
              <a:t>True</a:t>
            </a:r>
          </a:p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200" b="1">
                <a:solidFill>
                  <a:srgbClr val="333333"/>
                </a:solidFill>
              </a:rPr>
              <a:t>dirty</a:t>
            </a:r>
          </a:p>
        </p:txBody>
      </p:sp>
      <p:sp>
        <p:nvSpPr>
          <p:cNvPr id="271" name="Google Shape;271;p25">
            <a:extLst xmlns:a="http://schemas.openxmlformats.org/drawingml/2006/main">
              <a:ext uri="{FF2B5EF4-FFF2-40B4-BE49-F238E27FC236}">
                <a16:creationId xmlns:a16="http://schemas.microsoft.com/office/drawing/2014/main" id="{8742A05F-2EA3-4937-9412-D022E3A33D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2222500"/>
            <a:ext cx="1714500" cy="1714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407A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2500" b="1">
                <a:solidFill>
                  <a:srgbClr val="FFFFFF"/>
                </a:solidFill>
              </a:rPr>
              <a:t>124</a:t>
            </a:r>
          </a:p>
        </p:txBody>
      </p:sp>
      <p:sp>
        <p:nvSpPr>
          <p:cNvPr id="272" name="Google Shape;272;p25">
            <a:extLst xmlns:a="http://schemas.openxmlformats.org/drawingml/2006/main">
              <a:ext uri="{FF2B5EF4-FFF2-40B4-BE49-F238E27FC236}">
                <a16:creationId xmlns:a16="http://schemas.microsoft.com/office/drawing/2014/main" id="{A4BFF453-BDB8-4E04-A4D2-A4091A8CB2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75000" y="2222500"/>
            <a:ext cx="1714500" cy="1714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D1E8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2500" b="1">
                <a:solidFill>
                  <a:srgbClr val="1F1F1F"/>
                </a:solidFill>
              </a:rPr>
              <a:t>33</a:t>
            </a:r>
          </a:p>
        </p:txBody>
      </p:sp>
      <p:sp>
        <p:nvSpPr>
          <p:cNvPr id="273" name="Google Shape;273;p25">
            <a:extLst xmlns:a="http://schemas.openxmlformats.org/drawingml/2006/main">
              <a:ext uri="{FF2B5EF4-FFF2-40B4-BE49-F238E27FC236}">
                <a16:creationId xmlns:a16="http://schemas.microsoft.com/office/drawing/2014/main" id="{088C8C39-0EC0-4CD9-99CF-44DD1402D3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064000"/>
            <a:ext cx="1714500" cy="1714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2D9ED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2500" b="1">
                <a:solidFill>
                  <a:srgbClr val="1F1F1F"/>
                </a:solidFill>
              </a:rPr>
              <a:t>30</a:t>
            </a:r>
          </a:p>
        </p:txBody>
      </p:sp>
      <p:sp>
        <p:nvSpPr>
          <p:cNvPr id="274" name="Google Shape;274;p25">
            <a:extLst xmlns:a="http://schemas.openxmlformats.org/drawingml/2006/main">
              <a:ext uri="{FF2B5EF4-FFF2-40B4-BE49-F238E27FC236}">
                <a16:creationId xmlns:a16="http://schemas.microsoft.com/office/drawing/2014/main" id="{A2F928F5-A503-4AD1-B553-A62BA29274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75000" y="4064000"/>
            <a:ext cx="1714500" cy="1714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4D8C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2500" b="1">
                <a:solidFill>
                  <a:srgbClr val="FFFFFF"/>
                </a:solidFill>
              </a:rPr>
              <a:t>116</a:t>
            </a:r>
          </a:p>
        </p:txBody>
      </p:sp>
      <p:sp>
        <p:nvSpPr>
          <p:cNvPr id="275" name="Google Shape;275;p25">
            <a:extLst xmlns:a="http://schemas.openxmlformats.org/drawingml/2006/main">
              <a:ext uri="{FF2B5EF4-FFF2-40B4-BE49-F238E27FC236}">
                <a16:creationId xmlns:a16="http://schemas.microsoft.com/office/drawing/2014/main" id="{2BE5A9DA-BD4A-4D79-B483-7103B5D28E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6500" y="5905500"/>
            <a:ext cx="3810000" cy="35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300">
                <a:solidFill>
                  <a:srgbClr val="333333"/>
                </a:solidFill>
              </a:rPr>
              <a:t>Test set: 303 tiles</a:t>
            </a:r>
          </a:p>
        </p:txBody>
      </p:sp>
    </p:spTree>
    <p:extLst>
      <p:ext uri="{BB962C8B-B14F-4D97-AF65-F5344CB8AC3E}">
        <p14:creationId xmlns:p14="http://schemas.microsoft.com/office/powerpoint/2010/main" val="62467295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1" name="Google Shape;281;p26">
            <a:extLst xmlns:a="http://schemas.openxmlformats.org/drawingml/2006/main">
              <a:ext uri="{FF2B5EF4-FFF2-40B4-BE49-F238E27FC236}">
                <a16:creationId xmlns:a16="http://schemas.microsoft.com/office/drawing/2014/main" id="{A4910E91-D8A8-4AB9-937A-09FDE33845B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365125"/>
            <a:ext cx="10515600" cy="1325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Two benchmarks support two different claims</a:t>
            </a:r>
          </a:p>
        </p:txBody>
      </p:sp>
      <p:sp>
        <p:nvSpPr>
          <p:cNvPr id="282" name="Google Shape;282;p26">
            <a:extLst xmlns:a="http://schemas.openxmlformats.org/drawingml/2006/main">
              <a:ext uri="{FF2B5EF4-FFF2-40B4-BE49-F238E27FC236}">
                <a16:creationId xmlns:a16="http://schemas.microsoft.com/office/drawing/2014/main" id="{845EACED-1146-49ED-8B52-B9A46D8F924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9788" y="1681163"/>
            <a:ext cx="5157900" cy="823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45700" rIns="91425" bIns="45700" anchor="b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1000"/>
              </a:spcBef>
              <a:spcAft>
                <a:spcPts val="0"/>
              </a:spcAft>
              <a:buNone/>
            </a:pPr>
            <a:r>
              <a:t>Tile-random reference</a:t>
            </a:r>
          </a:p>
        </p:txBody>
      </p:sp>
      <p:sp>
        <p:nvSpPr>
          <p:cNvPr id="283" name="Google Shape;283;p26">
            <a:extLst xmlns:a="http://schemas.openxmlformats.org/drawingml/2006/main">
              <a:ext uri="{FF2B5EF4-FFF2-40B4-BE49-F238E27FC236}">
                <a16:creationId xmlns:a16="http://schemas.microsoft.com/office/drawing/2014/main" id="{81356FD7-0410-4E31-80A5-5B3A78814842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505075"/>
            <a:ext cx="5157900" cy="3684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marL="457200" indent="-342900" algn="l">
              <a:spcBef>
                <a:spcPts val="1000"/>
              </a:spcBef>
              <a:spcAft>
                <a:spcPts val="0"/>
              </a:spcAft>
              <a:buChar char="●"/>
            </a:pPr>
            <a:r>
              <a:t>Preserve the clean / dirty classification task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Keep equivalent content inside one split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Internal reference; not a direct paper reproduction</a:t>
            </a:r>
          </a:p>
        </p:txBody>
      </p:sp>
      <p:sp>
        <p:nvSpPr>
          <p:cNvPr id="284" name="Google Shape;284;p26">
            <a:extLst xmlns:a="http://schemas.openxmlformats.org/drawingml/2006/main">
              <a:ext uri="{FF2B5EF4-FFF2-40B4-BE49-F238E27FC236}">
                <a16:creationId xmlns:a16="http://schemas.microsoft.com/office/drawing/2014/main" id="{DDDC0AE2-7CF7-490F-82BF-AF48775E928F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6172200" y="1681163"/>
            <a:ext cx="5183100" cy="823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45700" rIns="91425" bIns="45700" anchor="b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1000"/>
              </a:spcBef>
              <a:spcAft>
                <a:spcPts val="0"/>
              </a:spcAft>
              <a:buNone/>
            </a:pPr>
            <a:r>
              <a:t>Unseen-layout track</a:t>
            </a:r>
          </a:p>
        </p:txBody>
      </p:sp>
      <p:sp>
        <p:nvSpPr>
          <p:cNvPr id="285" name="Google Shape;285;p26">
            <a:extLst xmlns:a="http://schemas.openxmlformats.org/drawingml/2006/main">
              <a:ext uri="{FF2B5EF4-FFF2-40B4-BE49-F238E27FC236}">
                <a16:creationId xmlns:a16="http://schemas.microsoft.com/office/drawing/2014/main" id="{78B3B5DB-D996-4352-92BC-701035F05AC1}"/>
              </a:ext>
            </a:extLst>
          </p:cNvPr>
          <p:cNvSpPr>
            <a:spLocks xmlns:a="http://schemas.openxmlformats.org/drawingml/2006/main" noGrp="1"/>
          </p:cNvSpPr>
          <p:nvPr>
            <p:ph type="body" idx="4"/>
          </p:nvPr>
        </p:nvSpPr>
        <p:spPr>
          <a:xfrm xmlns:a="http://schemas.openxmlformats.org/drawingml/2006/main">
            <a:off x="6172200" y="2505075"/>
            <a:ext cx="5183100" cy="3684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marL="457200" indent="-342900" algn="l">
              <a:spcBef>
                <a:spcPts val="1000"/>
              </a:spcBef>
              <a:spcAft>
                <a:spcPts val="0"/>
              </a:spcAft>
              <a:buChar char="●"/>
            </a:pPr>
            <a:r>
              <a:t>Group variants of the same design family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Train and test on independent layouts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Report accuracy, F1, recall and per-layout variance</a:t>
            </a:r>
          </a:p>
        </p:txBody>
      </p:sp>
    </p:spTree>
    <p:extLst>
      <p:ext uri="{BB962C8B-B14F-4D97-AF65-F5344CB8AC3E}">
        <p14:creationId xmlns:p14="http://schemas.microsoft.com/office/powerpoint/2010/main" val="374988996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1" name="Google Shape;291;p27">
            <a:extLst xmlns:a="http://schemas.openxmlformats.org/drawingml/2006/main">
              <a:ext uri="{FF2B5EF4-FFF2-40B4-BE49-F238E27FC236}">
                <a16:creationId xmlns:a16="http://schemas.microsoft.com/office/drawing/2014/main" id="{25D4AAC7-00D9-4840-A8F1-3ED0BFDF0B0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Roadmap to the final contribution</a:t>
            </a:r>
          </a:p>
        </p:txBody>
      </p:sp>
      <p:sp>
        <p:nvSpPr>
          <p:cNvPr id="292" name="Google Shape;292;p27">
            <a:extLst xmlns:a="http://schemas.openxmlformats.org/drawingml/2006/main">
              <a:ext uri="{FF2B5EF4-FFF2-40B4-BE49-F238E27FC236}">
                <a16:creationId xmlns:a16="http://schemas.microsoft.com/office/drawing/2014/main" id="{73803BE1-6414-41AF-9F58-47BFF83C574F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5181600" cy="4351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marL="457200" indent="-342900" algn="l">
              <a:spcBef>
                <a:spcPts val="1000"/>
              </a:spcBef>
              <a:spcAft>
                <a:spcPts val="0"/>
              </a:spcAft>
              <a:buChar char="●"/>
            </a:pPr>
            <a:r>
              <a:t>B1  Data integrity + broad layouts — complete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B2  Dual classification baselines — complete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B3  Training tuning — complete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B4  Architecture tests — complete</a:t>
            </a:r>
          </a:p>
        </p:txBody>
      </p:sp>
      <p:sp>
        <p:nvSpPr>
          <p:cNvPr id="293" name="Google Shape;293;p27">
            <a:extLst xmlns:a="http://schemas.openxmlformats.org/drawingml/2006/main">
              <a:ext uri="{FF2B5EF4-FFF2-40B4-BE49-F238E27FC236}">
                <a16:creationId xmlns:a16="http://schemas.microsoft.com/office/drawing/2014/main" id="{CEEA99AB-591A-4C2A-B740-D5B689FA2F01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172200" y="1825625"/>
            <a:ext cx="5181600" cy="4351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marL="457200" indent="-342900" algn="l">
              <a:spcBef>
                <a:spcPts val="1000"/>
              </a:spcBef>
              <a:spcAft>
                <a:spcPts val="0"/>
              </a:spcAft>
              <a:buChar char="●"/>
            </a:pPr>
            <a:r>
              <a:t>B5  Classifier tuning — closed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B6.1  Localization data — done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B6.2  U-Net — accepted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B7.1  Exact recovery — accepted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B8  Verified repair — next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B9  Sealed</a:t>
            </a:r>
          </a:p>
        </p:txBody>
      </p:sp>
      <p:sp>
        <p:nvSpPr>
          <p:cNvPr id="294" name="Google Shape;294;p27">
            <a:extLst xmlns:a="http://schemas.openxmlformats.org/drawingml/2006/main">
              <a:ext uri="{FF2B5EF4-FFF2-40B4-BE49-F238E27FC236}">
                <a16:creationId xmlns:a16="http://schemas.microsoft.com/office/drawing/2014/main" id="{5875FAD4-2283-450C-884E-7D46ABE7F9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7000" y="5651500"/>
            <a:ext cx="9398100" cy="6096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2F2F2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700">
                <a:solidFill>
                  <a:srgbClr val="404040"/>
                </a:solidFill>
              </a:rPr>
              <a:t>B7.1 passed full-layout gates: 95.51% recall, 81.44% precision, and 100% exact-pair precision.</a:t>
            </a:r>
          </a:p>
        </p:txBody>
      </p:sp>
    </p:spTree>
    <p:extLst>
      <p:ext uri="{BB962C8B-B14F-4D97-AF65-F5344CB8AC3E}">
        <p14:creationId xmlns:p14="http://schemas.microsoft.com/office/powerpoint/2010/main" val="1941643723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0" name="Google Shape;300;p28">
            <a:extLst xmlns:a="http://schemas.openxmlformats.org/drawingml/2006/main">
              <a:ext uri="{FF2B5EF4-FFF2-40B4-BE49-F238E27FC236}">
                <a16:creationId xmlns:a16="http://schemas.microsoft.com/office/drawing/2014/main" id="{78232064-9341-4BFB-AA9C-DDA925B1FA6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2800"/>
              <a:t>Phase dashboard</a:t>
            </a:r>
          </a:p>
        </p:txBody>
      </p:sp>
      <p:sp>
        <p:nvSpPr>
          <p:cNvPr id="301" name="Google Shape;301;p28">
            <a:extLst xmlns:a="http://schemas.openxmlformats.org/drawingml/2006/main">
              <a:ext uri="{FF2B5EF4-FFF2-40B4-BE49-F238E27FC236}">
                <a16:creationId xmlns:a16="http://schemas.microsoft.com/office/drawing/2014/main" id="{5A6449E8-BF14-41CA-A749-802548E87F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168400"/>
            <a:ext cx="1143000" cy="5334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2E5496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>
                <a:solidFill>
                  <a:srgbClr val="FFFFFF"/>
                </a:solidFill>
              </a:rPr>
              <a:t>Phase</a:t>
            </a:r>
          </a:p>
        </p:txBody>
      </p:sp>
      <p:sp>
        <p:nvSpPr>
          <p:cNvPr id="302" name="Google Shape;302;p28">
            <a:extLst xmlns:a="http://schemas.openxmlformats.org/drawingml/2006/main">
              <a:ext uri="{FF2B5EF4-FFF2-40B4-BE49-F238E27FC236}">
                <a16:creationId xmlns:a16="http://schemas.microsoft.com/office/drawing/2014/main" id="{127831AB-935D-49D7-8833-0E6D9BC14B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41500" y="1168400"/>
            <a:ext cx="1524000" cy="5334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2E5496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>
                <a:solidFill>
                  <a:srgbClr val="FFFFFF"/>
                </a:solidFill>
              </a:rPr>
              <a:t>State</a:t>
            </a:r>
          </a:p>
        </p:txBody>
      </p:sp>
      <p:sp>
        <p:nvSpPr>
          <p:cNvPr id="303" name="Google Shape;303;p28">
            <a:extLst xmlns:a="http://schemas.openxmlformats.org/drawingml/2006/main">
              <a:ext uri="{FF2B5EF4-FFF2-40B4-BE49-F238E27FC236}">
                <a16:creationId xmlns:a16="http://schemas.microsoft.com/office/drawing/2014/main" id="{E046DAB1-FE87-431F-B8A7-F131B4329F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92500" y="1168400"/>
            <a:ext cx="3746400" cy="5334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2E5496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>
                <a:solidFill>
                  <a:srgbClr val="FFFFFF"/>
                </a:solidFill>
              </a:rPr>
              <a:t>Primary output</a:t>
            </a:r>
          </a:p>
        </p:txBody>
      </p:sp>
      <p:sp>
        <p:nvSpPr>
          <p:cNvPr id="304" name="Google Shape;304;p28">
            <a:extLst xmlns:a="http://schemas.openxmlformats.org/drawingml/2006/main">
              <a:ext uri="{FF2B5EF4-FFF2-40B4-BE49-F238E27FC236}">
                <a16:creationId xmlns:a16="http://schemas.microsoft.com/office/drawing/2014/main" id="{94C93F9C-2271-4CF1-9E79-074D907E14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66000" y="1168400"/>
            <a:ext cx="1841400" cy="5334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2E5496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>
                <a:solidFill>
                  <a:srgbClr val="FFFFFF"/>
                </a:solidFill>
              </a:rPr>
              <a:t>Accuracy</a:t>
            </a:r>
          </a:p>
        </p:txBody>
      </p:sp>
      <p:sp>
        <p:nvSpPr>
          <p:cNvPr id="305" name="Google Shape;305;p28">
            <a:extLst xmlns:a="http://schemas.openxmlformats.org/drawingml/2006/main">
              <a:ext uri="{FF2B5EF4-FFF2-40B4-BE49-F238E27FC236}">
                <a16:creationId xmlns:a16="http://schemas.microsoft.com/office/drawing/2014/main" id="{C1968E20-7847-44E6-BAE5-2AADE74F05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1168400"/>
            <a:ext cx="1269900" cy="5334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2E5496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>
                <a:solidFill>
                  <a:srgbClr val="FFFFFF"/>
                </a:solidFill>
              </a:rPr>
              <a:t>F1</a:t>
            </a:r>
          </a:p>
        </p:txBody>
      </p:sp>
      <p:sp>
        <p:nvSpPr>
          <p:cNvPr id="306" name="Google Shape;306;p28">
            <a:extLst xmlns:a="http://schemas.openxmlformats.org/drawingml/2006/main">
              <a:ext uri="{FF2B5EF4-FFF2-40B4-BE49-F238E27FC236}">
                <a16:creationId xmlns:a16="http://schemas.microsoft.com/office/drawing/2014/main" id="{200D8B98-F39A-4696-838C-B89CEAEE18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31500" y="1168400"/>
            <a:ext cx="888900" cy="5334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2E5496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>
                <a:solidFill>
                  <a:srgbClr val="FFFFFF"/>
                </a:solidFill>
              </a:rPr>
              <a:t>Δ F1</a:t>
            </a:r>
          </a:p>
        </p:txBody>
      </p:sp>
      <p:sp>
        <p:nvSpPr>
          <p:cNvPr id="307" name="Google Shape;307;p28">
            <a:extLst xmlns:a="http://schemas.openxmlformats.org/drawingml/2006/main">
              <a:ext uri="{FF2B5EF4-FFF2-40B4-BE49-F238E27FC236}">
                <a16:creationId xmlns:a16="http://schemas.microsoft.com/office/drawing/2014/main" id="{EC42D951-996E-4263-B961-C40816F6F4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803400"/>
            <a:ext cx="1143000" cy="5334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5F7FC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262626"/>
                </a:solidFill>
              </a:rPr>
              <a:t>B2</a:t>
            </a:r>
          </a:p>
        </p:txBody>
      </p:sp>
      <p:sp>
        <p:nvSpPr>
          <p:cNvPr id="308" name="Google Shape;308;p28">
            <a:extLst xmlns:a="http://schemas.openxmlformats.org/drawingml/2006/main">
              <a:ext uri="{FF2B5EF4-FFF2-40B4-BE49-F238E27FC236}">
                <a16:creationId xmlns:a16="http://schemas.microsoft.com/office/drawing/2014/main" id="{6BA7D49C-8127-41F1-90C9-2F7F83A647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41500" y="1803400"/>
            <a:ext cx="1524000" cy="5334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5F7FC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300">
                <a:solidFill>
                  <a:srgbClr val="262626"/>
                </a:solidFill>
              </a:rPr>
              <a:t>Accepted</a:t>
            </a:r>
          </a:p>
        </p:txBody>
      </p:sp>
      <p:sp>
        <p:nvSpPr>
          <p:cNvPr id="309" name="Google Shape;309;p28">
            <a:extLst xmlns:a="http://schemas.openxmlformats.org/drawingml/2006/main">
              <a:ext uri="{FF2B5EF4-FFF2-40B4-BE49-F238E27FC236}">
                <a16:creationId xmlns:a16="http://schemas.microsoft.com/office/drawing/2014/main" id="{B106DC09-893E-4342-84D2-A3A7C8B849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92500" y="1803400"/>
            <a:ext cx="3746400" cy="5334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5F7FC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200">
                <a:solidFill>
                  <a:srgbClr val="262626"/>
                </a:solidFill>
              </a:rPr>
              <a:t>Frozen classifier baseline</a:t>
            </a:r>
          </a:p>
        </p:txBody>
      </p:sp>
      <p:sp>
        <p:nvSpPr>
          <p:cNvPr id="310" name="Google Shape;310;p28">
            <a:extLst xmlns:a="http://schemas.openxmlformats.org/drawingml/2006/main">
              <a:ext uri="{FF2B5EF4-FFF2-40B4-BE49-F238E27FC236}">
                <a16:creationId xmlns:a16="http://schemas.microsoft.com/office/drawing/2014/main" id="{3AA99EB8-7A01-465C-849B-C319EE474F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66000" y="1803400"/>
            <a:ext cx="1841400" cy="5334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5F7FC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300">
                <a:solidFill>
                  <a:srgbClr val="262626"/>
                </a:solidFill>
              </a:rPr>
              <a:t>90.38%</a:t>
            </a:r>
          </a:p>
        </p:txBody>
      </p:sp>
      <p:sp>
        <p:nvSpPr>
          <p:cNvPr id="311" name="Google Shape;311;p28">
            <a:extLst xmlns:a="http://schemas.openxmlformats.org/drawingml/2006/main">
              <a:ext uri="{FF2B5EF4-FFF2-40B4-BE49-F238E27FC236}">
                <a16:creationId xmlns:a16="http://schemas.microsoft.com/office/drawing/2014/main" id="{86520773-CBBA-4D6F-A5BE-655420B4F9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1803400"/>
            <a:ext cx="1269900" cy="5334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5F7FC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300">
                <a:solidFill>
                  <a:srgbClr val="262626"/>
                </a:solidFill>
              </a:rPr>
              <a:t>0.909</a:t>
            </a:r>
          </a:p>
        </p:txBody>
      </p:sp>
      <p:sp>
        <p:nvSpPr>
          <p:cNvPr id="312" name="Google Shape;312;p28">
            <a:extLst xmlns:a="http://schemas.openxmlformats.org/drawingml/2006/main">
              <a:ext uri="{FF2B5EF4-FFF2-40B4-BE49-F238E27FC236}">
                <a16:creationId xmlns:a16="http://schemas.microsoft.com/office/drawing/2014/main" id="{6BBDF09D-8331-46A2-9C22-4B6B990E3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31500" y="1803400"/>
            <a:ext cx="888900" cy="5334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5F7FC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300">
                <a:solidFill>
                  <a:srgbClr val="262626"/>
                </a:solidFill>
              </a:rPr>
              <a:t>—</a:t>
            </a:r>
          </a:p>
        </p:txBody>
      </p:sp>
      <p:sp>
        <p:nvSpPr>
          <p:cNvPr id="313" name="Google Shape;313;p28">
            <a:extLst xmlns:a="http://schemas.openxmlformats.org/drawingml/2006/main">
              <a:ext uri="{FF2B5EF4-FFF2-40B4-BE49-F238E27FC236}">
                <a16:creationId xmlns:a16="http://schemas.microsoft.com/office/drawing/2014/main" id="{872EB468-146D-4751-8F74-F8D973C2EA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425700"/>
            <a:ext cx="1143000" cy="5334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262626"/>
                </a:solidFill>
              </a:rPr>
              <a:t>B3</a:t>
            </a:r>
          </a:p>
        </p:txBody>
      </p:sp>
      <p:sp>
        <p:nvSpPr>
          <p:cNvPr id="314" name="Google Shape;314;p28">
            <a:extLst xmlns:a="http://schemas.openxmlformats.org/drawingml/2006/main">
              <a:ext uri="{FF2B5EF4-FFF2-40B4-BE49-F238E27FC236}">
                <a16:creationId xmlns:a16="http://schemas.microsoft.com/office/drawing/2014/main" id="{4CF2492B-A652-41BF-B7E3-16EDFD0819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41500" y="2425700"/>
            <a:ext cx="1524000" cy="5334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300">
                <a:solidFill>
                  <a:srgbClr val="262626"/>
                </a:solidFill>
              </a:rPr>
              <a:t>Rejected</a:t>
            </a:r>
          </a:p>
        </p:txBody>
      </p:sp>
      <p:sp>
        <p:nvSpPr>
          <p:cNvPr id="315" name="Google Shape;315;p28">
            <a:extLst xmlns:a="http://schemas.openxmlformats.org/drawingml/2006/main">
              <a:ext uri="{FF2B5EF4-FFF2-40B4-BE49-F238E27FC236}">
                <a16:creationId xmlns:a16="http://schemas.microsoft.com/office/drawing/2014/main" id="{BE08BEBD-0DE3-4066-8C29-628F9F8835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92500" y="2425700"/>
            <a:ext cx="3746400" cy="5334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200">
                <a:solidFill>
                  <a:srgbClr val="262626"/>
                </a:solidFill>
              </a:rPr>
              <a:t>Recall gain failed confirmation</a:t>
            </a:r>
          </a:p>
        </p:txBody>
      </p:sp>
      <p:sp>
        <p:nvSpPr>
          <p:cNvPr id="316" name="Google Shape;316;p28">
            <a:extLst xmlns:a="http://schemas.openxmlformats.org/drawingml/2006/main">
              <a:ext uri="{FF2B5EF4-FFF2-40B4-BE49-F238E27FC236}">
                <a16:creationId xmlns:a16="http://schemas.microsoft.com/office/drawing/2014/main" id="{14BADFCD-A9AC-4E40-A65A-DAFF347873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66000" y="2425700"/>
            <a:ext cx="1841400" cy="5334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300">
                <a:solidFill>
                  <a:srgbClr val="262626"/>
                </a:solidFill>
              </a:rPr>
              <a:t>89.71%</a:t>
            </a:r>
          </a:p>
        </p:txBody>
      </p:sp>
      <p:sp>
        <p:nvSpPr>
          <p:cNvPr id="317" name="Google Shape;317;p28">
            <a:extLst xmlns:a="http://schemas.openxmlformats.org/drawingml/2006/main">
              <a:ext uri="{FF2B5EF4-FFF2-40B4-BE49-F238E27FC236}">
                <a16:creationId xmlns:a16="http://schemas.microsoft.com/office/drawing/2014/main" id="{E3491A0A-3373-4AF1-86A9-6FBAD175DC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2425700"/>
            <a:ext cx="1269900" cy="5334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300">
                <a:solidFill>
                  <a:srgbClr val="262626"/>
                </a:solidFill>
              </a:rPr>
              <a:t>0.907</a:t>
            </a:r>
          </a:p>
        </p:txBody>
      </p:sp>
      <p:sp>
        <p:nvSpPr>
          <p:cNvPr id="318" name="Google Shape;318;p28">
            <a:extLst xmlns:a="http://schemas.openxmlformats.org/drawingml/2006/main">
              <a:ext uri="{FF2B5EF4-FFF2-40B4-BE49-F238E27FC236}">
                <a16:creationId xmlns:a16="http://schemas.microsoft.com/office/drawing/2014/main" id="{9C81D429-8191-40B6-BD92-D7E5895E03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31500" y="2425700"/>
            <a:ext cx="888900" cy="5334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300">
                <a:solidFill>
                  <a:srgbClr val="262626"/>
                </a:solidFill>
              </a:rPr>
              <a:t>−0.002</a:t>
            </a:r>
          </a:p>
        </p:txBody>
      </p:sp>
      <p:sp>
        <p:nvSpPr>
          <p:cNvPr id="319" name="Google Shape;319;p28">
            <a:extLst xmlns:a="http://schemas.openxmlformats.org/drawingml/2006/main">
              <a:ext uri="{FF2B5EF4-FFF2-40B4-BE49-F238E27FC236}">
                <a16:creationId xmlns:a16="http://schemas.microsoft.com/office/drawing/2014/main" id="{342D0530-1A64-451C-8D65-349346FABD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048000"/>
            <a:ext cx="1143000" cy="5334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5F7FC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262626"/>
                </a:solidFill>
              </a:rPr>
              <a:t>B4</a:t>
            </a:r>
          </a:p>
        </p:txBody>
      </p:sp>
      <p:sp>
        <p:nvSpPr>
          <p:cNvPr id="320" name="Google Shape;320;p28">
            <a:extLst xmlns:a="http://schemas.openxmlformats.org/drawingml/2006/main">
              <a:ext uri="{FF2B5EF4-FFF2-40B4-BE49-F238E27FC236}">
                <a16:creationId xmlns:a16="http://schemas.microsoft.com/office/drawing/2014/main" id="{2695A851-5AC7-4839-ADAF-517FB7BFD8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41500" y="3048000"/>
            <a:ext cx="1524000" cy="5334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5F7FC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300">
                <a:solidFill>
                  <a:srgbClr val="262626"/>
                </a:solidFill>
              </a:rPr>
              <a:t>Rejected</a:t>
            </a:r>
          </a:p>
        </p:txBody>
      </p:sp>
      <p:sp>
        <p:nvSpPr>
          <p:cNvPr id="321" name="Google Shape;321;p28">
            <a:extLst xmlns:a="http://schemas.openxmlformats.org/drawingml/2006/main">
              <a:ext uri="{FF2B5EF4-FFF2-40B4-BE49-F238E27FC236}">
                <a16:creationId xmlns:a16="http://schemas.microsoft.com/office/drawing/2014/main" id="{65FF05B1-66C4-4B33-A42A-74A5D1100E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92500" y="3048000"/>
            <a:ext cx="3746400" cy="5334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5F7FC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200">
                <a:solidFill>
                  <a:srgbClr val="262626"/>
                </a:solidFill>
              </a:rPr>
              <a:t>Compact model failed frozen test</a:t>
            </a:r>
          </a:p>
        </p:txBody>
      </p:sp>
      <p:sp>
        <p:nvSpPr>
          <p:cNvPr id="322" name="Google Shape;322;p28">
            <a:extLst xmlns:a="http://schemas.openxmlformats.org/drawingml/2006/main">
              <a:ext uri="{FF2B5EF4-FFF2-40B4-BE49-F238E27FC236}">
                <a16:creationId xmlns:a16="http://schemas.microsoft.com/office/drawing/2014/main" id="{4E48C1A9-181A-48F8-9111-1E1FB657FE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66000" y="3048000"/>
            <a:ext cx="1841400" cy="5334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5F7FC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300">
                <a:solidFill>
                  <a:srgbClr val="262626"/>
                </a:solidFill>
              </a:rPr>
              <a:t>89.36%</a:t>
            </a:r>
          </a:p>
        </p:txBody>
      </p:sp>
      <p:sp>
        <p:nvSpPr>
          <p:cNvPr id="323" name="Google Shape;323;p28">
            <a:extLst xmlns:a="http://schemas.openxmlformats.org/drawingml/2006/main">
              <a:ext uri="{FF2B5EF4-FFF2-40B4-BE49-F238E27FC236}">
                <a16:creationId xmlns:a16="http://schemas.microsoft.com/office/drawing/2014/main" id="{F66279B1-0956-43C9-AF35-DD275CC612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3048000"/>
            <a:ext cx="1269900" cy="5334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5F7FC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300">
                <a:solidFill>
                  <a:srgbClr val="262626"/>
                </a:solidFill>
              </a:rPr>
              <a:t>0.904</a:t>
            </a:r>
          </a:p>
        </p:txBody>
      </p:sp>
      <p:sp>
        <p:nvSpPr>
          <p:cNvPr id="324" name="Google Shape;324;p28">
            <a:extLst xmlns:a="http://schemas.openxmlformats.org/drawingml/2006/main">
              <a:ext uri="{FF2B5EF4-FFF2-40B4-BE49-F238E27FC236}">
                <a16:creationId xmlns:a16="http://schemas.microsoft.com/office/drawing/2014/main" id="{00AC2838-397A-413A-9BC9-B52DFAE4E0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31500" y="3048000"/>
            <a:ext cx="888900" cy="5334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5F7FC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300">
                <a:solidFill>
                  <a:srgbClr val="262626"/>
                </a:solidFill>
              </a:rPr>
              <a:t>−0.005</a:t>
            </a:r>
          </a:p>
        </p:txBody>
      </p:sp>
      <p:sp>
        <p:nvSpPr>
          <p:cNvPr id="325" name="Google Shape;325;p28">
            <a:extLst xmlns:a="http://schemas.openxmlformats.org/drawingml/2006/main">
              <a:ext uri="{FF2B5EF4-FFF2-40B4-BE49-F238E27FC236}">
                <a16:creationId xmlns:a16="http://schemas.microsoft.com/office/drawing/2014/main" id="{4C4DF4E6-7E90-45F9-A4FF-79BD1CD865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670300"/>
            <a:ext cx="1143000" cy="5334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262626"/>
                </a:solidFill>
              </a:rPr>
              <a:t>B5</a:t>
            </a:r>
          </a:p>
        </p:txBody>
      </p:sp>
      <p:sp>
        <p:nvSpPr>
          <p:cNvPr id="326" name="Google Shape;326;p28">
            <a:extLst xmlns:a="http://schemas.openxmlformats.org/drawingml/2006/main">
              <a:ext uri="{FF2B5EF4-FFF2-40B4-BE49-F238E27FC236}">
                <a16:creationId xmlns:a16="http://schemas.microsoft.com/office/drawing/2014/main" id="{586AE6D2-619E-4D48-BE4E-2197365289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41500" y="3670300"/>
            <a:ext cx="1524000" cy="5334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300">
                <a:solidFill>
                  <a:srgbClr val="262626"/>
                </a:solidFill>
              </a:rPr>
              <a:t>Closed</a:t>
            </a:r>
          </a:p>
        </p:txBody>
      </p:sp>
      <p:sp>
        <p:nvSpPr>
          <p:cNvPr id="327" name="Google Shape;327;p28">
            <a:extLst xmlns:a="http://schemas.openxmlformats.org/drawingml/2006/main">
              <a:ext uri="{FF2B5EF4-FFF2-40B4-BE49-F238E27FC236}">
                <a16:creationId xmlns:a16="http://schemas.microsoft.com/office/drawing/2014/main" id="{F9D069C7-1338-4D46-B0AB-D2BF17096A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92500" y="3670300"/>
            <a:ext cx="3746400" cy="5334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200">
                <a:solidFill>
                  <a:srgbClr val="262626"/>
                </a:solidFill>
              </a:rPr>
              <a:t>Ensemble + failure audit</a:t>
            </a:r>
          </a:p>
        </p:txBody>
      </p:sp>
      <p:sp>
        <p:nvSpPr>
          <p:cNvPr id="328" name="Google Shape;328;p28">
            <a:extLst xmlns:a="http://schemas.openxmlformats.org/drawingml/2006/main">
              <a:ext uri="{FF2B5EF4-FFF2-40B4-BE49-F238E27FC236}">
                <a16:creationId xmlns:a16="http://schemas.microsoft.com/office/drawing/2014/main" id="{F479FAD1-2806-4C1F-8E14-B55C6175F8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66000" y="3670300"/>
            <a:ext cx="1841400" cy="5334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300">
                <a:solidFill>
                  <a:srgbClr val="262626"/>
                </a:solidFill>
              </a:rPr>
              <a:t>90.47%</a:t>
            </a:r>
          </a:p>
        </p:txBody>
      </p:sp>
      <p:sp>
        <p:nvSpPr>
          <p:cNvPr id="329" name="Google Shape;329;p28">
            <a:extLst xmlns:a="http://schemas.openxmlformats.org/drawingml/2006/main">
              <a:ext uri="{FF2B5EF4-FFF2-40B4-BE49-F238E27FC236}">
                <a16:creationId xmlns:a16="http://schemas.microsoft.com/office/drawing/2014/main" id="{FC4D32A1-6DB2-4AC3-A687-7E4830124F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3670300"/>
            <a:ext cx="1269900" cy="5334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300">
                <a:solidFill>
                  <a:srgbClr val="262626"/>
                </a:solidFill>
              </a:rPr>
              <a:t>0.912</a:t>
            </a:r>
          </a:p>
        </p:txBody>
      </p:sp>
      <p:sp>
        <p:nvSpPr>
          <p:cNvPr id="330" name="Google Shape;330;p28">
            <a:extLst xmlns:a="http://schemas.openxmlformats.org/drawingml/2006/main">
              <a:ext uri="{FF2B5EF4-FFF2-40B4-BE49-F238E27FC236}">
                <a16:creationId xmlns:a16="http://schemas.microsoft.com/office/drawing/2014/main" id="{38FF56B8-67E4-4F84-AA6D-ECC1C8CAAA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31500" y="3670300"/>
            <a:ext cx="888900" cy="5334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300">
                <a:solidFill>
                  <a:srgbClr val="262626"/>
                </a:solidFill>
              </a:rPr>
              <a:t>+0.003</a:t>
            </a:r>
          </a:p>
        </p:txBody>
      </p:sp>
      <p:sp>
        <p:nvSpPr>
          <p:cNvPr id="331" name="Google Shape;331;p28">
            <a:extLst xmlns:a="http://schemas.openxmlformats.org/drawingml/2006/main">
              <a:ext uri="{FF2B5EF4-FFF2-40B4-BE49-F238E27FC236}">
                <a16:creationId xmlns:a16="http://schemas.microsoft.com/office/drawing/2014/main" id="{8851117A-DA25-4710-A553-5D74E59C1A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92600"/>
            <a:ext cx="1143000" cy="5334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5F7FC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262626"/>
                </a:solidFill>
              </a:rPr>
              <a:t>B6.2</a:t>
            </a:r>
          </a:p>
        </p:txBody>
      </p:sp>
      <p:sp>
        <p:nvSpPr>
          <p:cNvPr id="332" name="Google Shape;332;p28">
            <a:extLst xmlns:a="http://schemas.openxmlformats.org/drawingml/2006/main">
              <a:ext uri="{FF2B5EF4-FFF2-40B4-BE49-F238E27FC236}">
                <a16:creationId xmlns:a16="http://schemas.microsoft.com/office/drawing/2014/main" id="{64942851-E416-4299-A224-B4F8637F4B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41500" y="4292600"/>
            <a:ext cx="1524000" cy="5334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5F7FC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300">
                <a:solidFill>
                  <a:srgbClr val="262626"/>
                </a:solidFill>
              </a:rPr>
              <a:t>Accepted</a:t>
            </a:r>
          </a:p>
        </p:txBody>
      </p:sp>
      <p:sp>
        <p:nvSpPr>
          <p:cNvPr id="333" name="Google Shape;333;p28">
            <a:extLst xmlns:a="http://schemas.openxmlformats.org/drawingml/2006/main">
              <a:ext uri="{FF2B5EF4-FFF2-40B4-BE49-F238E27FC236}">
                <a16:creationId xmlns:a16="http://schemas.microsoft.com/office/drawing/2014/main" id="{F28F830C-6514-4366-A116-012636DA49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92500" y="4292600"/>
            <a:ext cx="3746400" cy="5334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5F7FC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200">
                <a:solidFill>
                  <a:srgbClr val="262626"/>
                </a:solidFill>
              </a:rPr>
              <a:t>Multi-task localization</a:t>
            </a:r>
          </a:p>
        </p:txBody>
      </p:sp>
      <p:sp>
        <p:nvSpPr>
          <p:cNvPr id="334" name="Google Shape;334;p28">
            <a:extLst xmlns:a="http://schemas.openxmlformats.org/drawingml/2006/main">
              <a:ext uri="{FF2B5EF4-FFF2-40B4-BE49-F238E27FC236}">
                <a16:creationId xmlns:a16="http://schemas.microsoft.com/office/drawing/2014/main" id="{56CF22F8-67AE-4604-BAFD-7E25961AE4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66000" y="4292600"/>
            <a:ext cx="1841400" cy="5334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5F7FC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300">
                <a:solidFill>
                  <a:srgbClr val="262626"/>
                </a:solidFill>
              </a:rPr>
              <a:t>95.51%</a:t>
            </a:r>
          </a:p>
        </p:txBody>
      </p:sp>
      <p:sp>
        <p:nvSpPr>
          <p:cNvPr id="335" name="Google Shape;335;p28">
            <a:extLst xmlns:a="http://schemas.openxmlformats.org/drawingml/2006/main">
              <a:ext uri="{FF2B5EF4-FFF2-40B4-BE49-F238E27FC236}">
                <a16:creationId xmlns:a16="http://schemas.microsoft.com/office/drawing/2014/main" id="{A64FED1C-C18A-489C-B55A-EE24413D50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4292600"/>
            <a:ext cx="1269900" cy="5334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5F7FC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300">
                <a:solidFill>
                  <a:srgbClr val="262626"/>
                </a:solidFill>
              </a:rPr>
              <a:t>0.957</a:t>
            </a:r>
          </a:p>
        </p:txBody>
      </p:sp>
      <p:sp>
        <p:nvSpPr>
          <p:cNvPr id="336" name="Google Shape;336;p28">
            <a:extLst xmlns:a="http://schemas.openxmlformats.org/drawingml/2006/main">
              <a:ext uri="{FF2B5EF4-FFF2-40B4-BE49-F238E27FC236}">
                <a16:creationId xmlns:a16="http://schemas.microsoft.com/office/drawing/2014/main" id="{F002356A-7BFB-4B93-9F7A-126AB56F2B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31500" y="4292600"/>
            <a:ext cx="888900" cy="5334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5F7FC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300">
                <a:solidFill>
                  <a:srgbClr val="262626"/>
                </a:solidFill>
              </a:rPr>
              <a:t>+0.015</a:t>
            </a:r>
          </a:p>
        </p:txBody>
      </p:sp>
      <p:sp>
        <p:nvSpPr>
          <p:cNvPr id="337" name="Google Shape;337;p28">
            <a:extLst xmlns:a="http://schemas.openxmlformats.org/drawingml/2006/main">
              <a:ext uri="{FF2B5EF4-FFF2-40B4-BE49-F238E27FC236}">
                <a16:creationId xmlns:a16="http://schemas.microsoft.com/office/drawing/2014/main" id="{5845105F-F779-4219-B75C-0ADDD457B2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5334000"/>
            <a:ext cx="10287000" cy="7875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FF2DB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600" b="1">
                <a:solidFill>
                  <a:srgbClr val="73400D"/>
                </a:solidFill>
              </a:rPr>
              <a:t>B7.1 passes full-layout gates; B8 now converts exact edge pairs into verified repair proposals.</a:t>
            </a:r>
          </a:p>
        </p:txBody>
      </p:sp>
    </p:spTree>
    <p:extLst>
      <p:ext uri="{BB962C8B-B14F-4D97-AF65-F5344CB8AC3E}">
        <p14:creationId xmlns:p14="http://schemas.microsoft.com/office/powerpoint/2010/main" val="2139914251"/>
      </p:ext>
    </p:extLst>
  </p:cSld>
</p:sld>
</file>

<file path=ppt/slides/slide1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2" name="Google Shape;212;p23">
            <a:extLst xmlns:a="http://schemas.openxmlformats.org/drawingml/2006/main">
              <a:ext uri="{FF2B5EF4-FFF2-40B4-BE49-F238E27FC236}">
                <a16:creationId xmlns:a16="http://schemas.microsoft.com/office/drawing/2014/main" id="{CEA2EDDF-A2CD-44CF-98BB-801657D2DD0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B1: evaluation foundation is now credible</a:t>
            </a:r>
          </a:p>
        </p:txBody>
      </p:sp>
      <p:sp>
        <p:nvSpPr>
          <p:cNvPr id="213" name="Google Shape;213;p23">
            <a:extLst xmlns:a="http://schemas.openxmlformats.org/drawingml/2006/main">
              <a:ext uri="{FF2B5EF4-FFF2-40B4-BE49-F238E27FC236}">
                <a16:creationId xmlns:a16="http://schemas.microsoft.com/office/drawing/2014/main" id="{DF709342-A5A8-450D-BE61-4B8EA771B37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5181600" cy="4351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marL="457200" indent="-342900" algn="l">
              <a:spcBef>
                <a:spcPts val="1000"/>
              </a:spcBef>
              <a:spcAft>
                <a:spcPts val="0"/>
              </a:spcAft>
              <a:buChar char="●"/>
            </a:pPr>
            <a:r>
              <a:t>14,348</a:t>
            </a:r>
            <a:r>
              <a:t> labeled tiles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14 independent</a:t>
            </a:r>
            <a:r>
              <a:t> layout families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7,784 clean / 6,564 dirty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9 new families</a:t>
            </a:r>
            <a:r>
              <a:t> admitted in B1</a:t>
            </a:r>
          </a:p>
        </p:txBody>
      </p:sp>
      <p:sp>
        <p:nvSpPr>
          <p:cNvPr id="214" name="Google Shape;214;p23">
            <a:extLst xmlns:a="http://schemas.openxmlformats.org/drawingml/2006/main">
              <a:ext uri="{FF2B5EF4-FFF2-40B4-BE49-F238E27FC236}">
                <a16:creationId xmlns:a16="http://schemas.microsoft.com/office/drawing/2014/main" id="{391DC8AD-B282-472F-BADA-EE209EE8D6C2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172200" y="1825625"/>
            <a:ext cx="5181600" cy="4351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marL="457200" indent="-342900" algn="l">
              <a:spcBef>
                <a:spcPts val="1000"/>
              </a:spcBef>
              <a:spcAft>
                <a:spcPts val="0"/>
              </a:spcAft>
              <a:buChar char="●"/>
            </a:pPr>
            <a:r>
              <a:t>0 contradictory labels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2,597</a:t>
            </a:r>
            <a:r>
              <a:t> equivalent duplicates removed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Unseen split: </a:t>
            </a:r>
            <a:r>
              <a:t>6,442 / 2,627 / 2,682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Source hashes + manifest gate verified</a:t>
            </a:r>
          </a:p>
        </p:txBody>
      </p:sp>
    </p:spTree>
    <p:extLst>
      <p:ext uri="{BB962C8B-B14F-4D97-AF65-F5344CB8AC3E}">
        <p14:creationId xmlns:p14="http://schemas.microsoft.com/office/powerpoint/2010/main" val="463416430"/>
      </p:ext>
    </p:extLst>
  </p:cSld>
</p:sld>
</file>

<file path=ppt/slides/slide1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7" name="Google Shape;167;p18">
            <a:extLst xmlns:a="http://schemas.openxmlformats.org/drawingml/2006/main">
              <a:ext uri="{FF2B5EF4-FFF2-40B4-BE49-F238E27FC236}">
                <a16:creationId xmlns:a16="http://schemas.microsoft.com/office/drawing/2014/main" id="{CC836F84-6CCF-4855-837D-6650C791908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5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>B1 visual audit: labels trace back to DRC geometry</a:t>
            </a:r>
          </a:p>
        </p:txBody>
      </p:sp>
      <p:pic>
        <p:nvPicPr>
          <p:cNvPr id="176" name="Google Shape;168;p18"/>
          <p:cNvPicPr>
            <a:picLocks xmlns:a="http://schemas.openxmlformats.org/drawingml/2006/main" noChangeAspect="1"/>
          </p:cNvPicPr>
          <p:nvPr>
            <p:ph type="body" idx="1"/>
          </p:nvPr>
        </p:nvPicPr>
        <p:blipFill rotWithShape="1">
          <a:blip xmlns:r="http://schemas.openxmlformats.org/officeDocument/2006/relationships" xmlns:a="http://schemas.openxmlformats.org/drawingml/2006/main" r:embed="R738da81614c0421d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 flipH="0" flipV="0">
            <a:off x="7443763" y="1690688"/>
            <a:ext cx="3366478" cy="2302534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177" name="Google Shape;170;p18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d84827508b7b48fc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 flipH="0" flipV="0">
            <a:off x="7491176" y="4156240"/>
            <a:ext cx="3366478" cy="2254969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172" name="Google Shape;172;p18">
            <a:extLst xmlns:a="http://schemas.openxmlformats.org/drawingml/2006/main">
              <a:ext uri="{FF2B5EF4-FFF2-40B4-BE49-F238E27FC236}">
                <a16:creationId xmlns:a16="http://schemas.microsoft.com/office/drawing/2014/main" id="{9B373D18-2F39-4073-A75D-655EBB13EC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914759"/>
            <a:ext cx="6096000" cy="357020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spAutoFit/>
          </a:bodyPr>
          <a:lstStyle xmlns:a="http://schemas.openxmlformats.org/drawingml/2006/main"/>
          <a:p xmlns:a="http://schemas.openxmlformats.org/drawingml/2006/main">
            <a:pPr marL="285750" indent="-285750" algn="l">
              <a:spcBef>
                <a:spcPts val="0"/>
              </a:spcBef>
              <a:spcAft>
                <a:spcPts val="0"/>
              </a:spcAft>
              <a:buChar char="•"/>
            </a:pPr>
            <a:r>
              <a:rPr sz="2000">
                <a:solidFill>
                  <a:schemeClr val="dk1"/>
                </a:solidFill>
                <a:latin typeface="Arial"/>
                <a:ea typeface="Arial"/>
                <a:cs typeface="Arial"/>
              </a:rPr>
              <a:t>Representative clean and dirty tiles are selected deterministically for every admitted family.</a:t>
            </a:r>
          </a:p>
          <a:p xmlns:a="http://schemas.openxmlformats.org/drawingml/2006/main">
            <a:pPr marL="285750" indent="-285750" algn="l">
              <a:spcBef>
                <a:spcPts val="0"/>
              </a:spcBef>
              <a:spcAft>
                <a:spcPts val="0"/>
              </a:spcAft>
              <a:buChar char="•"/>
            </a:pPr>
            <a:r>
              <a:rPr sz="2000">
                <a:solidFill>
                  <a:schemeClr val="dk1"/>
                </a:solidFill>
                <a:latin typeface="Arial"/>
                <a:ea typeface="Arial"/>
                <a:cs typeface="Arial"/>
              </a:rPr>
              <a:t>Pink overlays show the verified KLayout m1.2 violation geometry inside dirty tiles.</a:t>
            </a:r>
          </a:p>
          <a:p xmlns:a="http://schemas.openxmlformats.org/drawingml/2006/main">
            <a:pPr marL="285750" indent="-285750" algn="l">
              <a:spcBef>
                <a:spcPts val="0"/>
              </a:spcBef>
              <a:spcAft>
                <a:spcPts val="0"/>
              </a:spcAft>
              <a:buChar char="•"/>
            </a:pPr>
            <a:r>
              <a:rPr sz="2000">
                <a:solidFill>
                  <a:schemeClr val="dk1"/>
                </a:solidFill>
                <a:latin typeface="Arial"/>
                <a:ea typeface="Arial"/>
                <a:cs typeface="Arial"/>
              </a:rPr>
              <a:t>B1 confirmed coordinate registration; B6 will turn the same geometry into pixel-level segmentation targets.</a:t>
            </a:r>
          </a:p>
        </p:txBody>
      </p:sp>
    </p:spTree>
    <p:extLst>
      <p:ext uri="{BB962C8B-B14F-4D97-AF65-F5344CB8AC3E}">
        <p14:creationId xmlns:p14="http://schemas.microsoft.com/office/powerpoint/2010/main" val="302873998"/>
      </p:ext>
    </p:extLst>
  </p:cSld>
</p:sld>
</file>

<file path=ppt/slides/slide1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0" name="Google Shape;220;p24">
            <a:extLst xmlns:a="http://schemas.openxmlformats.org/drawingml/2006/main">
              <a:ext uri="{FF2B5EF4-FFF2-40B4-BE49-F238E27FC236}">
                <a16:creationId xmlns:a16="http://schemas.microsoft.com/office/drawing/2014/main" id="{07F11CEA-12B3-4DEC-81DE-18CFD694992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2800"/>
              <a:t>B2: the unchanged CNN generalizes across layouts</a:t>
            </a:r>
          </a:p>
        </p:txBody>
      </p:sp>
      <p:sp>
        <p:nvSpPr>
          <p:cNvPr id="221" name="Google Shape;221;p24">
            <a:extLst xmlns:a="http://schemas.openxmlformats.org/drawingml/2006/main">
              <a:ext uri="{FF2B5EF4-FFF2-40B4-BE49-F238E27FC236}">
                <a16:creationId xmlns:a16="http://schemas.microsoft.com/office/drawing/2014/main" id="{34FFD981-FC0C-4991-AA83-5BDA5E78AA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168400"/>
            <a:ext cx="2476500" cy="8889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E5F0FC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2100" b="1">
                <a:solidFill>
                  <a:srgbClr val="2E5496"/>
                </a:solidFill>
              </a:rPr>
              <a:t>92.47% ± 0.61%</a:t>
            </a:r>
          </a:p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2100" b="1">
                <a:solidFill>
                  <a:srgbClr val="2E5496"/>
                </a:solidFill>
              </a:rPr>
              <a:t>Tile accuracy</a:t>
            </a:r>
          </a:p>
        </p:txBody>
      </p:sp>
      <p:sp>
        <p:nvSpPr>
          <p:cNvPr id="222" name="Google Shape;222;p24">
            <a:extLst xmlns:a="http://schemas.openxmlformats.org/drawingml/2006/main">
              <a:ext uri="{FF2B5EF4-FFF2-40B4-BE49-F238E27FC236}">
                <a16:creationId xmlns:a16="http://schemas.microsoft.com/office/drawing/2014/main" id="{E64DA27B-59AB-4116-88BB-4D9AC154A6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1168400"/>
            <a:ext cx="2476500" cy="8889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E5F0FC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2100" b="1">
                <a:solidFill>
                  <a:srgbClr val="2E5496"/>
                </a:solidFill>
              </a:rPr>
              <a:t>90.38% ± 0.84%</a:t>
            </a:r>
          </a:p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2100" b="1">
                <a:solidFill>
                  <a:srgbClr val="2E5496"/>
                </a:solidFill>
              </a:rPr>
              <a:t>Unseen accuracy</a:t>
            </a:r>
          </a:p>
        </p:txBody>
      </p:sp>
      <p:sp>
        <p:nvSpPr>
          <p:cNvPr id="223" name="Google Shape;223;p24">
            <a:extLst xmlns:a="http://schemas.openxmlformats.org/drawingml/2006/main">
              <a:ext uri="{FF2B5EF4-FFF2-40B4-BE49-F238E27FC236}">
                <a16:creationId xmlns:a16="http://schemas.microsoft.com/office/drawing/2014/main" id="{B359A0E4-150F-4A91-9EE7-E39ED9CF44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168400"/>
            <a:ext cx="2476500" cy="8889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E5F0FC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2100" b="1">
                <a:solidFill>
                  <a:srgbClr val="2E5496"/>
                </a:solidFill>
              </a:rPr>
              <a:t>0.919 / 0.909</a:t>
            </a:r>
          </a:p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2100" b="1">
                <a:solidFill>
                  <a:srgbClr val="2E5496"/>
                </a:solidFill>
              </a:rPr>
              <a:t>F1: tile / unseen</a:t>
            </a:r>
          </a:p>
        </p:txBody>
      </p:sp>
      <p:sp>
        <p:nvSpPr>
          <p:cNvPr id="224" name="Google Shape;224;p24">
            <a:extLst xmlns:a="http://schemas.openxmlformats.org/drawingml/2006/main">
              <a:ext uri="{FF2B5EF4-FFF2-40B4-BE49-F238E27FC236}">
                <a16:creationId xmlns:a16="http://schemas.microsoft.com/office/drawing/2014/main" id="{448D1686-F154-4825-8455-21FA62030A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1168400"/>
            <a:ext cx="2476500" cy="8889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E5F0FC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2100" b="1">
                <a:solidFill>
                  <a:srgbClr val="2E5496"/>
                </a:solidFill>
              </a:rPr>
              <a:t>2.09 pts</a:t>
            </a:r>
          </a:p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2100" b="1">
                <a:solidFill>
                  <a:srgbClr val="2E5496"/>
                </a:solidFill>
              </a:rPr>
              <a:t>Accuracy gap</a:t>
            </a:r>
          </a:p>
        </p:txBody>
      </p:sp>
      <p:sp>
        <p:nvSpPr>
          <p:cNvPr id="225" name="Google Shape;225;p24">
            <a:extLst xmlns:a="http://schemas.openxmlformats.org/drawingml/2006/main">
              <a:ext uri="{FF2B5EF4-FFF2-40B4-BE49-F238E27FC236}">
                <a16:creationId xmlns:a16="http://schemas.microsoft.com/office/drawing/2014/main" id="{5325D149-BE92-4FD6-B792-AD4BCA7075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5500" y="2349500"/>
            <a:ext cx="4889400" cy="35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600" b="1">
                <a:solidFill>
                  <a:srgbClr val="333333"/>
                </a:solidFill>
              </a:rPr>
              <a:t>Test accuracy across seeds and protocol means</a:t>
            </a:r>
          </a:p>
        </p:txBody>
      </p:sp>
      <p:sp>
        <p:nvSpPr>
          <p:cNvPr id="226" name="Google Shape;226;p24">
            <a:extLst xmlns:a="http://schemas.openxmlformats.org/drawingml/2006/main">
              <a:ext uri="{FF2B5EF4-FFF2-40B4-BE49-F238E27FC236}">
                <a16:creationId xmlns:a16="http://schemas.microsoft.com/office/drawing/2014/main" id="{60C63560-5372-47FA-82CD-652B71E233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349500"/>
            <a:ext cx="4889400" cy="35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600" b="1">
                <a:solidFill>
                  <a:srgbClr val="333333"/>
                </a:solidFill>
              </a:rPr>
              <a:t>Dirty F1 across seeds and protocol means</a:t>
            </a:r>
          </a:p>
        </p:txBody>
      </p:sp>
      <p:sp>
        <p:nvSpPr>
          <p:cNvPr id="227" name="Google Shape;227;p24">
            <a:extLst xmlns:a="http://schemas.openxmlformats.org/drawingml/2006/main">
              <a:ext uri="{FF2B5EF4-FFF2-40B4-BE49-F238E27FC236}">
                <a16:creationId xmlns:a16="http://schemas.microsoft.com/office/drawing/2014/main" id="{D64E7AEF-FADD-4A8F-85AE-1951913F13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6000" y="5791200"/>
            <a:ext cx="4445100" cy="25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8B8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228" name="Google Shape;228;p24">
            <a:extLst xmlns:a="http://schemas.openxmlformats.org/drawingml/2006/main">
              <a:ext uri="{FF2B5EF4-FFF2-40B4-BE49-F238E27FC236}">
                <a16:creationId xmlns:a16="http://schemas.microsoft.com/office/drawing/2014/main" id="{CE3E6F11-AB17-4D0C-A8FF-A896408BA5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5791200"/>
            <a:ext cx="4445100" cy="25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8B8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229" name="Google Shape;229;p24">
            <a:extLst xmlns:a="http://schemas.openxmlformats.org/drawingml/2006/main">
              <a:ext uri="{FF2B5EF4-FFF2-40B4-BE49-F238E27FC236}">
                <a16:creationId xmlns:a16="http://schemas.microsoft.com/office/drawing/2014/main" id="{2F7AFDFB-F63A-4D6B-8209-6D4E2E931D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6532" y="3623566"/>
            <a:ext cx="533400" cy="216763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5496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230" name="Google Shape;230;p24">
            <a:extLst xmlns:a="http://schemas.openxmlformats.org/drawingml/2006/main">
              <a:ext uri="{FF2B5EF4-FFF2-40B4-BE49-F238E27FC236}">
                <a16:creationId xmlns:a16="http://schemas.microsoft.com/office/drawing/2014/main" id="{E2439BC9-CF04-423F-B024-F3872A68AB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306097"/>
            <a:ext cx="660273" cy="27927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100" b="1">
                <a:solidFill>
                  <a:srgbClr val="333333"/>
                </a:solidFill>
              </a:rPr>
              <a:t>92.89%</a:t>
            </a:r>
          </a:p>
        </p:txBody>
      </p:sp>
      <p:sp>
        <p:nvSpPr>
          <p:cNvPr id="231" name="Google Shape;231;p24">
            <a:extLst xmlns:a="http://schemas.openxmlformats.org/drawingml/2006/main">
              <a:ext uri="{FF2B5EF4-FFF2-40B4-BE49-F238E27FC236}">
                <a16:creationId xmlns:a16="http://schemas.microsoft.com/office/drawing/2014/main" id="{7F7EE744-7600-4CE7-AC12-9394C81F75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867400"/>
            <a:ext cx="660273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100">
                <a:solidFill>
                  <a:srgbClr val="333333"/>
                </a:solidFill>
              </a:rPr>
              <a:t>T42</a:t>
            </a:r>
          </a:p>
        </p:txBody>
      </p:sp>
      <p:sp>
        <p:nvSpPr>
          <p:cNvPr id="232" name="Google Shape;232;p24">
            <a:extLst xmlns:a="http://schemas.openxmlformats.org/drawingml/2006/main">
              <a:ext uri="{FF2B5EF4-FFF2-40B4-BE49-F238E27FC236}">
                <a16:creationId xmlns:a16="http://schemas.microsoft.com/office/drawing/2014/main" id="{4259327A-4EE3-4193-B3EA-A049373B12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3633297"/>
            <a:ext cx="533400" cy="215790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7D30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233" name="Google Shape;233;p24">
            <a:extLst xmlns:a="http://schemas.openxmlformats.org/drawingml/2006/main">
              <a:ext uri="{FF2B5EF4-FFF2-40B4-BE49-F238E27FC236}">
                <a16:creationId xmlns:a16="http://schemas.microsoft.com/office/drawing/2014/main" id="{35E9761B-EBBC-48BE-839C-C6C168A919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94468" y="3315829"/>
            <a:ext cx="660273" cy="27927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100" b="1">
                <a:solidFill>
                  <a:srgbClr val="333333"/>
                </a:solidFill>
              </a:rPr>
              <a:t>0.925</a:t>
            </a:r>
          </a:p>
        </p:txBody>
      </p:sp>
      <p:sp>
        <p:nvSpPr>
          <p:cNvPr id="234" name="Google Shape;234;p24">
            <a:extLst xmlns:a="http://schemas.openxmlformats.org/drawingml/2006/main">
              <a:ext uri="{FF2B5EF4-FFF2-40B4-BE49-F238E27FC236}">
                <a16:creationId xmlns:a16="http://schemas.microsoft.com/office/drawing/2014/main" id="{5B0E341C-AE80-41C0-8D3D-2275BBF0AD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94468" y="5867400"/>
            <a:ext cx="660273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100">
                <a:solidFill>
                  <a:srgbClr val="333333"/>
                </a:solidFill>
              </a:rPr>
              <a:t>T42</a:t>
            </a:r>
          </a:p>
        </p:txBody>
      </p:sp>
      <p:sp>
        <p:nvSpPr>
          <p:cNvPr id="235" name="Google Shape;235;p24">
            <a:extLst xmlns:a="http://schemas.openxmlformats.org/drawingml/2006/main">
              <a:ext uri="{FF2B5EF4-FFF2-40B4-BE49-F238E27FC236}">
                <a16:creationId xmlns:a16="http://schemas.microsoft.com/office/drawing/2014/main" id="{9D2F9BA8-5E50-4AF8-A708-69B40A34D7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44732" y="3649609"/>
            <a:ext cx="533400" cy="214159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5496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236" name="Google Shape;236;p24">
            <a:extLst xmlns:a="http://schemas.openxmlformats.org/drawingml/2006/main">
              <a:ext uri="{FF2B5EF4-FFF2-40B4-BE49-F238E27FC236}">
                <a16:creationId xmlns:a16="http://schemas.microsoft.com/office/drawing/2014/main" id="{7C852366-3ED7-4301-B0B7-15A5B7E22F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3332141"/>
            <a:ext cx="660273" cy="27927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100" b="1">
                <a:solidFill>
                  <a:srgbClr val="333333"/>
                </a:solidFill>
              </a:rPr>
              <a:t>91.77%</a:t>
            </a:r>
          </a:p>
        </p:txBody>
      </p:sp>
      <p:sp>
        <p:nvSpPr>
          <p:cNvPr id="237" name="Google Shape;237;p24">
            <a:extLst xmlns:a="http://schemas.openxmlformats.org/drawingml/2006/main">
              <a:ext uri="{FF2B5EF4-FFF2-40B4-BE49-F238E27FC236}">
                <a16:creationId xmlns:a16="http://schemas.microsoft.com/office/drawing/2014/main" id="{54A865A6-9679-4330-9417-8AD67C6FA5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5867400"/>
            <a:ext cx="660273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100">
                <a:solidFill>
                  <a:srgbClr val="333333"/>
                </a:solidFill>
              </a:rPr>
              <a:t>T43</a:t>
            </a:r>
          </a:p>
        </p:txBody>
      </p:sp>
      <p:sp>
        <p:nvSpPr>
          <p:cNvPr id="238" name="Google Shape;238;p24">
            <a:extLst xmlns:a="http://schemas.openxmlformats.org/drawingml/2006/main">
              <a:ext uri="{FF2B5EF4-FFF2-40B4-BE49-F238E27FC236}">
                <a16:creationId xmlns:a16="http://schemas.microsoft.com/office/drawing/2014/main" id="{A92C332C-C659-4C97-9748-7ACA7B7510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3666434"/>
            <a:ext cx="533400" cy="212476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7D30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239" name="Google Shape;239;p24">
            <a:extLst xmlns:a="http://schemas.openxmlformats.org/drawingml/2006/main">
              <a:ext uri="{FF2B5EF4-FFF2-40B4-BE49-F238E27FC236}">
                <a16:creationId xmlns:a16="http://schemas.microsoft.com/office/drawing/2014/main" id="{7ACB9D0F-EBCE-4CA8-8E60-F9B86F2368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2668" y="3348966"/>
            <a:ext cx="660273" cy="27927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100" b="1">
                <a:solidFill>
                  <a:srgbClr val="333333"/>
                </a:solidFill>
              </a:rPr>
              <a:t>0.910</a:t>
            </a:r>
          </a:p>
        </p:txBody>
      </p:sp>
      <p:sp>
        <p:nvSpPr>
          <p:cNvPr id="240" name="Google Shape;240;p24">
            <a:extLst xmlns:a="http://schemas.openxmlformats.org/drawingml/2006/main">
              <a:ext uri="{FF2B5EF4-FFF2-40B4-BE49-F238E27FC236}">
                <a16:creationId xmlns:a16="http://schemas.microsoft.com/office/drawing/2014/main" id="{3C4B027B-6184-4E32-8208-F8CA608A53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2668" y="5867400"/>
            <a:ext cx="660273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100">
                <a:solidFill>
                  <a:srgbClr val="333333"/>
                </a:solidFill>
              </a:rPr>
              <a:t>T43</a:t>
            </a:r>
          </a:p>
        </p:txBody>
      </p:sp>
      <p:sp>
        <p:nvSpPr>
          <p:cNvPr id="241" name="Google Shape;241;p24">
            <a:extLst xmlns:a="http://schemas.openxmlformats.org/drawingml/2006/main">
              <a:ext uri="{FF2B5EF4-FFF2-40B4-BE49-F238E27FC236}">
                <a16:creationId xmlns:a16="http://schemas.microsoft.com/office/drawing/2014/main" id="{BFFD5909-39F1-4DF7-97AE-55B7D5F199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82932" y="3626809"/>
            <a:ext cx="533400" cy="216439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5496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242" name="Google Shape;242;p24">
            <a:extLst xmlns:a="http://schemas.openxmlformats.org/drawingml/2006/main">
              <a:ext uri="{FF2B5EF4-FFF2-40B4-BE49-F238E27FC236}">
                <a16:creationId xmlns:a16="http://schemas.microsoft.com/office/drawing/2014/main" id="{0EDC3AFF-87BC-43A7-ACAA-7C7B506CFF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9400" y="3309341"/>
            <a:ext cx="660273" cy="27927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100" b="1">
                <a:solidFill>
                  <a:srgbClr val="333333"/>
                </a:solidFill>
              </a:rPr>
              <a:t>92.75%</a:t>
            </a:r>
          </a:p>
        </p:txBody>
      </p:sp>
      <p:sp>
        <p:nvSpPr>
          <p:cNvPr id="243" name="Google Shape;243;p24">
            <a:extLst xmlns:a="http://schemas.openxmlformats.org/drawingml/2006/main">
              <a:ext uri="{FF2B5EF4-FFF2-40B4-BE49-F238E27FC236}">
                <a16:creationId xmlns:a16="http://schemas.microsoft.com/office/drawing/2014/main" id="{92A8445F-1FB0-4697-9F9D-FF59D9D81A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9400" y="5867400"/>
            <a:ext cx="660273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100">
                <a:solidFill>
                  <a:srgbClr val="333333"/>
                </a:solidFill>
              </a:rPr>
              <a:t>T44</a:t>
            </a:r>
          </a:p>
        </p:txBody>
      </p:sp>
      <p:sp>
        <p:nvSpPr>
          <p:cNvPr id="244" name="Google Shape;244;p24">
            <a:extLst xmlns:a="http://schemas.openxmlformats.org/drawingml/2006/main">
              <a:ext uri="{FF2B5EF4-FFF2-40B4-BE49-F238E27FC236}">
                <a16:creationId xmlns:a16="http://schemas.microsoft.com/office/drawing/2014/main" id="{7D97596A-3BFB-497A-84E3-7D68FACCA1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3640298"/>
            <a:ext cx="533400" cy="215090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7D30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245" name="Google Shape;245;p24">
            <a:extLst xmlns:a="http://schemas.openxmlformats.org/drawingml/2006/main">
              <a:ext uri="{FF2B5EF4-FFF2-40B4-BE49-F238E27FC236}">
                <a16:creationId xmlns:a16="http://schemas.microsoft.com/office/drawing/2014/main" id="{073981FC-B440-4AA1-924E-FD17CE1660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0868" y="3322830"/>
            <a:ext cx="660273" cy="27927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100" b="1">
                <a:solidFill>
                  <a:srgbClr val="333333"/>
                </a:solidFill>
              </a:rPr>
              <a:t>0.922</a:t>
            </a:r>
          </a:p>
        </p:txBody>
      </p:sp>
      <p:sp>
        <p:nvSpPr>
          <p:cNvPr id="246" name="Google Shape;246;p24">
            <a:extLst xmlns:a="http://schemas.openxmlformats.org/drawingml/2006/main">
              <a:ext uri="{FF2B5EF4-FFF2-40B4-BE49-F238E27FC236}">
                <a16:creationId xmlns:a16="http://schemas.microsoft.com/office/drawing/2014/main" id="{67912E2C-D43C-462D-8941-AFD494C902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0868" y="5867400"/>
            <a:ext cx="660273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100">
                <a:solidFill>
                  <a:srgbClr val="333333"/>
                </a:solidFill>
              </a:rPr>
              <a:t>T44</a:t>
            </a:r>
          </a:p>
        </p:txBody>
      </p:sp>
      <p:sp>
        <p:nvSpPr>
          <p:cNvPr id="247" name="Google Shape;247;p24">
            <a:extLst xmlns:a="http://schemas.openxmlformats.org/drawingml/2006/main">
              <a:ext uri="{FF2B5EF4-FFF2-40B4-BE49-F238E27FC236}">
                <a16:creationId xmlns:a16="http://schemas.microsoft.com/office/drawing/2014/main" id="{6739EDC7-344C-4B71-A3C7-39707247AE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21132" y="3633320"/>
            <a:ext cx="533400" cy="2157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5496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248" name="Google Shape;248;p24">
            <a:extLst xmlns:a="http://schemas.openxmlformats.org/drawingml/2006/main">
              <a:ext uri="{FF2B5EF4-FFF2-40B4-BE49-F238E27FC236}">
                <a16:creationId xmlns:a16="http://schemas.microsoft.com/office/drawing/2014/main" id="{32CBA057-F3DF-4116-A45C-91F8FF45B1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3315852"/>
            <a:ext cx="660273" cy="27927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100" b="1">
                <a:solidFill>
                  <a:srgbClr val="333333"/>
                </a:solidFill>
              </a:rPr>
              <a:t>92.47%</a:t>
            </a:r>
          </a:p>
        </p:txBody>
      </p:sp>
      <p:sp>
        <p:nvSpPr>
          <p:cNvPr id="249" name="Google Shape;249;p24">
            <a:extLst xmlns:a="http://schemas.openxmlformats.org/drawingml/2006/main">
              <a:ext uri="{FF2B5EF4-FFF2-40B4-BE49-F238E27FC236}">
                <a16:creationId xmlns:a16="http://schemas.microsoft.com/office/drawing/2014/main" id="{7C480CCA-4BBA-499D-9F9D-EFE2E5E5E2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5867400"/>
            <a:ext cx="660273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100">
                <a:solidFill>
                  <a:srgbClr val="333333"/>
                </a:solidFill>
              </a:rPr>
              <a:t>T mean</a:t>
            </a:r>
          </a:p>
        </p:txBody>
      </p:sp>
      <p:sp>
        <p:nvSpPr>
          <p:cNvPr id="250" name="Google Shape;250;p24">
            <a:extLst xmlns:a="http://schemas.openxmlformats.org/drawingml/2006/main">
              <a:ext uri="{FF2B5EF4-FFF2-40B4-BE49-F238E27FC236}">
                <a16:creationId xmlns:a16="http://schemas.microsoft.com/office/drawing/2014/main" id="{DCEA9562-EA77-4405-83E7-AB9A14F739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3646832"/>
            <a:ext cx="533400" cy="21443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7D30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251" name="Google Shape;251;p24">
            <a:extLst xmlns:a="http://schemas.openxmlformats.org/drawingml/2006/main">
              <a:ext uri="{FF2B5EF4-FFF2-40B4-BE49-F238E27FC236}">
                <a16:creationId xmlns:a16="http://schemas.microsoft.com/office/drawing/2014/main" id="{DA67171C-4EF2-48F6-A6F5-4EA64F8CA8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09068" y="3329364"/>
            <a:ext cx="660273" cy="27927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100" b="1">
                <a:solidFill>
                  <a:srgbClr val="333333"/>
                </a:solidFill>
              </a:rPr>
              <a:t>0.919</a:t>
            </a:r>
          </a:p>
        </p:txBody>
      </p:sp>
      <p:sp>
        <p:nvSpPr>
          <p:cNvPr id="252" name="Google Shape;252;p24">
            <a:extLst xmlns:a="http://schemas.openxmlformats.org/drawingml/2006/main">
              <a:ext uri="{FF2B5EF4-FFF2-40B4-BE49-F238E27FC236}">
                <a16:creationId xmlns:a16="http://schemas.microsoft.com/office/drawing/2014/main" id="{30CC1582-8A2E-4F2B-A98A-F746E0E295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09068" y="5867400"/>
            <a:ext cx="660273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100">
                <a:solidFill>
                  <a:srgbClr val="333333"/>
                </a:solidFill>
              </a:rPr>
              <a:t>T mean</a:t>
            </a:r>
          </a:p>
        </p:txBody>
      </p:sp>
      <p:sp>
        <p:nvSpPr>
          <p:cNvPr id="253" name="Google Shape;253;p24">
            <a:extLst xmlns:a="http://schemas.openxmlformats.org/drawingml/2006/main">
              <a:ext uri="{FF2B5EF4-FFF2-40B4-BE49-F238E27FC236}">
                <a16:creationId xmlns:a16="http://schemas.microsoft.com/office/drawing/2014/main" id="{AFA61B2C-4E1D-4FE9-9E0A-478D361089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9332" y="3682070"/>
            <a:ext cx="533400" cy="21091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5496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254" name="Google Shape;254;p24">
            <a:extLst xmlns:a="http://schemas.openxmlformats.org/drawingml/2006/main">
              <a:ext uri="{FF2B5EF4-FFF2-40B4-BE49-F238E27FC236}">
                <a16:creationId xmlns:a16="http://schemas.microsoft.com/office/drawing/2014/main" id="{096789E1-7160-45E9-AF2B-911612263C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3364601"/>
            <a:ext cx="660273" cy="27927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100" b="1">
                <a:solidFill>
                  <a:srgbClr val="333333"/>
                </a:solidFill>
              </a:rPr>
              <a:t>90.38%</a:t>
            </a:r>
          </a:p>
        </p:txBody>
      </p:sp>
      <p:sp>
        <p:nvSpPr>
          <p:cNvPr id="255" name="Google Shape;255;p24">
            <a:extLst xmlns:a="http://schemas.openxmlformats.org/drawingml/2006/main">
              <a:ext uri="{FF2B5EF4-FFF2-40B4-BE49-F238E27FC236}">
                <a16:creationId xmlns:a16="http://schemas.microsoft.com/office/drawing/2014/main" id="{217B4067-DDE7-49F9-945B-102BDE6C4E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5867400"/>
            <a:ext cx="660273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100">
                <a:solidFill>
                  <a:srgbClr val="333333"/>
                </a:solidFill>
              </a:rPr>
              <a:t>U mean</a:t>
            </a:r>
          </a:p>
        </p:txBody>
      </p:sp>
      <p:sp>
        <p:nvSpPr>
          <p:cNvPr id="256" name="Google Shape;256;p24">
            <a:extLst xmlns:a="http://schemas.openxmlformats.org/drawingml/2006/main">
              <a:ext uri="{FF2B5EF4-FFF2-40B4-BE49-F238E27FC236}">
                <a16:creationId xmlns:a16="http://schemas.microsoft.com/office/drawing/2014/main" id="{DDC8BE7E-B239-41DC-9951-DD30E58027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10800" y="3669001"/>
            <a:ext cx="533400" cy="212219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7D30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257" name="Google Shape;257;p24">
            <a:extLst xmlns:a="http://schemas.openxmlformats.org/drawingml/2006/main">
              <a:ext uri="{FF2B5EF4-FFF2-40B4-BE49-F238E27FC236}">
                <a16:creationId xmlns:a16="http://schemas.microsoft.com/office/drawing/2014/main" id="{6CC6804D-C7C8-4BF3-A2E5-137FEDFED9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47268" y="3351533"/>
            <a:ext cx="660273" cy="27927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100" b="1">
                <a:solidFill>
                  <a:srgbClr val="333333"/>
                </a:solidFill>
              </a:rPr>
              <a:t>0.909</a:t>
            </a:r>
          </a:p>
        </p:txBody>
      </p:sp>
      <p:sp>
        <p:nvSpPr>
          <p:cNvPr id="258" name="Google Shape;258;p24">
            <a:extLst xmlns:a="http://schemas.openxmlformats.org/drawingml/2006/main">
              <a:ext uri="{FF2B5EF4-FFF2-40B4-BE49-F238E27FC236}">
                <a16:creationId xmlns:a16="http://schemas.microsoft.com/office/drawing/2014/main" id="{E2A56AA0-A4A5-4CBC-B17F-A51D28D3F1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47268" y="5867400"/>
            <a:ext cx="660273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100">
                <a:solidFill>
                  <a:srgbClr val="333333"/>
                </a:solidFill>
              </a:rPr>
              <a:t>U mean</a:t>
            </a:r>
          </a:p>
        </p:txBody>
      </p:sp>
    </p:spTree>
    <p:extLst>
      <p:ext uri="{BB962C8B-B14F-4D97-AF65-F5344CB8AC3E}">
        <p14:creationId xmlns:p14="http://schemas.microsoft.com/office/powerpoint/2010/main" val="2007162193"/>
      </p:ext>
    </p:extLst>
  </p:cSld>
</p:sld>
</file>

<file path=ppt/slides/slide2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2" name="Google Shape;212;p23">
            <a:extLst xmlns:a="http://schemas.openxmlformats.org/drawingml/2006/main">
              <a:ext uri="{FF2B5EF4-FFF2-40B4-BE49-F238E27FC236}">
                <a16:creationId xmlns:a16="http://schemas.microsoft.com/office/drawing/2014/main" id="{CEA2EDDF-A2CD-44CF-98BB-801657D2DD0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B2: 90.38% on unseen layout families</a:t>
            </a:r>
          </a:p>
        </p:txBody>
      </p:sp>
      <p:sp>
        <p:nvSpPr>
          <p:cNvPr id="213" name="Google Shape;213;p23">
            <a:extLst xmlns:a="http://schemas.openxmlformats.org/drawingml/2006/main">
              <a:ext uri="{FF2B5EF4-FFF2-40B4-BE49-F238E27FC236}">
                <a16:creationId xmlns:a16="http://schemas.microsoft.com/office/drawing/2014/main" id="{DF709342-A5A8-450D-BE61-4B8EA771B37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5181600" cy="4351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marL="457200" indent="-342900" algn="l">
              <a:spcBef>
                <a:spcPts val="1000"/>
              </a:spcBef>
              <a:spcAft>
                <a:spcPts val="0"/>
              </a:spcAft>
              <a:buChar char="●"/>
            </a:pPr>
            <a:r>
              <a:t>Bingyao FCOTA: 92.91% accuracy / 0.940 F1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VGA game: 89.76% accuracy / 0.887 F1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SRAM direct: 88.97% accuracy / 0.907 F1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All values are mean results across three fixed seeds</a:t>
            </a:r>
          </a:p>
        </p:txBody>
      </p:sp>
      <p:sp>
        <p:nvSpPr>
          <p:cNvPr id="214" name="Google Shape;214;p23">
            <a:extLst xmlns:a="http://schemas.openxmlformats.org/drawingml/2006/main">
              <a:ext uri="{FF2B5EF4-FFF2-40B4-BE49-F238E27FC236}">
                <a16:creationId xmlns:a16="http://schemas.microsoft.com/office/drawing/2014/main" id="{391DC8AD-B282-472F-BADA-EE209EE8D6C2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172200" y="1825625"/>
            <a:ext cx="5181600" cy="4351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marL="457200" indent="-342900" algn="l">
              <a:spcBef>
                <a:spcPts val="1000"/>
              </a:spcBef>
              <a:spcAft>
                <a:spcPts val="0"/>
              </a:spcAft>
              <a:buChar char="●"/>
            </a:pPr>
            <a:r>
              <a:t>All three test families were unseen during training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Only 2.09 accuracy points below tile-random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Dirty-F1 gap is only 0.95 points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Decision: freeze B2 and begin controlled B3 tuning</a:t>
            </a:r>
          </a:p>
        </p:txBody>
      </p:sp>
    </p:spTree>
    <p:extLst>
      <p:ext uri="{BB962C8B-B14F-4D97-AF65-F5344CB8AC3E}">
        <p14:creationId xmlns:p14="http://schemas.microsoft.com/office/powerpoint/2010/main" val="463416430"/>
      </p:ext>
    </p:extLst>
  </p:cSld>
</p:sld>
</file>

<file path=ppt/slides/slide2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0" name="Google Shape;220;p24">
            <a:extLst xmlns:a="http://schemas.openxmlformats.org/drawingml/2006/main">
              <a:ext uri="{FF2B5EF4-FFF2-40B4-BE49-F238E27FC236}">
                <a16:creationId xmlns:a16="http://schemas.microsoft.com/office/drawing/2014/main" id="{07F11CEA-12B3-4DEC-81DE-18CFD694992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2800"/>
              <a:t>B3: validation improved, but efficiency target missed</a:t>
            </a:r>
          </a:p>
        </p:txBody>
      </p:sp>
      <p:sp>
        <p:nvSpPr>
          <p:cNvPr id="221" name="Google Shape;221;p24">
            <a:extLst xmlns:a="http://schemas.openxmlformats.org/drawingml/2006/main">
              <a:ext uri="{FF2B5EF4-FFF2-40B4-BE49-F238E27FC236}">
                <a16:creationId xmlns:a16="http://schemas.microsoft.com/office/drawing/2014/main" id="{34FFD981-FC0C-4991-AA83-5BDA5E78AA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168400"/>
            <a:ext cx="2476500" cy="8889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E5F0FC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2100" b="1">
                <a:solidFill>
                  <a:srgbClr val="2E5496"/>
                </a:solidFill>
              </a:rPr>
              <a:t>RMSprop 1e-3</a:t>
            </a:r>
          </a:p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2100" b="1">
                <a:solidFill>
                  <a:srgbClr val="2E5496"/>
                </a:solidFill>
              </a:rPr>
              <a:t>B3.1 kept B2 recipe</a:t>
            </a:r>
          </a:p>
        </p:txBody>
      </p:sp>
      <p:sp>
        <p:nvSpPr>
          <p:cNvPr id="222" name="Google Shape;222;p24">
            <a:extLst xmlns:a="http://schemas.openxmlformats.org/drawingml/2006/main">
              <a:ext uri="{FF2B5EF4-FFF2-40B4-BE49-F238E27FC236}">
                <a16:creationId xmlns:a16="http://schemas.microsoft.com/office/drawing/2014/main" id="{E64DA27B-59AB-4116-88BB-4D9AC154A6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1168400"/>
            <a:ext cx="2476500" cy="8889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E5F0FC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2100" b="1">
                <a:solidFill>
                  <a:srgbClr val="2E5496"/>
                </a:solidFill>
              </a:rPr>
              <a:t>+0.72 pts</a:t>
            </a:r>
          </a:p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2100" b="1">
                <a:solidFill>
                  <a:srgbClr val="2E5496"/>
                </a:solidFill>
              </a:rPr>
              <a:t>Validation F1</a:t>
            </a:r>
          </a:p>
        </p:txBody>
      </p:sp>
      <p:sp>
        <p:nvSpPr>
          <p:cNvPr id="223" name="Google Shape;223;p24">
            <a:extLst xmlns:a="http://schemas.openxmlformats.org/drawingml/2006/main">
              <a:ext uri="{FF2B5EF4-FFF2-40B4-BE49-F238E27FC236}">
                <a16:creationId xmlns:a16="http://schemas.microsoft.com/office/drawing/2014/main" id="{B359A0E4-150F-4A91-9EE7-E39ED9CF44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168400"/>
            <a:ext cx="2476500" cy="8889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E5F0FC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2100" b="1">
                <a:solidFill>
                  <a:srgbClr val="2E5496"/>
                </a:solidFill>
              </a:rPr>
              <a:t>+4.40 pts</a:t>
            </a:r>
          </a:p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2100" b="1">
                <a:solidFill>
                  <a:srgbClr val="2E5496"/>
                </a:solidFill>
              </a:rPr>
              <a:t>Validation recall</a:t>
            </a:r>
          </a:p>
        </p:txBody>
      </p:sp>
      <p:sp>
        <p:nvSpPr>
          <p:cNvPr id="224" name="Google Shape;224;p24">
            <a:extLst xmlns:a="http://schemas.openxmlformats.org/drawingml/2006/main">
              <a:ext uri="{FF2B5EF4-FFF2-40B4-BE49-F238E27FC236}">
                <a16:creationId xmlns:a16="http://schemas.microsoft.com/office/drawing/2014/main" id="{448D1686-F154-4825-8455-21FA62030A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1168400"/>
            <a:ext cx="2476500" cy="8889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E5F0FC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2100" b="1">
                <a:solidFill>
                  <a:srgbClr val="2E5496"/>
                </a:solidFill>
              </a:rPr>
              <a:t>26 epochs</a:t>
            </a:r>
          </a:p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2100" b="1">
                <a:solidFill>
                  <a:srgbClr val="2E5496"/>
                </a:solidFill>
              </a:rPr>
              <a:t>Only 13.3% fewer</a:t>
            </a:r>
          </a:p>
        </p:txBody>
      </p:sp>
      <p:sp>
        <p:nvSpPr>
          <p:cNvPr id="225" name="Google Shape;225;p24">
            <a:extLst xmlns:a="http://schemas.openxmlformats.org/drawingml/2006/main">
              <a:ext uri="{FF2B5EF4-FFF2-40B4-BE49-F238E27FC236}">
                <a16:creationId xmlns:a16="http://schemas.microsoft.com/office/drawing/2014/main" id="{5325D149-BE92-4FD6-B792-AD4BCA7075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5500" y="2349500"/>
            <a:ext cx="4889400" cy="35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600" b="1">
                <a:solidFill>
                  <a:srgbClr val="333333"/>
                </a:solidFill>
              </a:rPr>
              <a:t>Validation dirty F1 by recipe</a:t>
            </a:r>
          </a:p>
        </p:txBody>
      </p:sp>
      <p:sp>
        <p:nvSpPr>
          <p:cNvPr id="226" name="Google Shape;226;p24">
            <a:extLst xmlns:a="http://schemas.openxmlformats.org/drawingml/2006/main">
              <a:ext uri="{FF2B5EF4-FFF2-40B4-BE49-F238E27FC236}">
                <a16:creationId xmlns:a16="http://schemas.microsoft.com/office/drawing/2014/main" id="{60C63560-5372-47FA-82CD-652B71E233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349500"/>
            <a:ext cx="4889400" cy="35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600" b="1">
                <a:solidFill>
                  <a:srgbClr val="333333"/>
                </a:solidFill>
              </a:rPr>
              <a:t>Validation dirty recall by recipe</a:t>
            </a:r>
          </a:p>
        </p:txBody>
      </p:sp>
      <p:sp>
        <p:nvSpPr>
          <p:cNvPr id="227" name="Google Shape;227;p24">
            <a:extLst xmlns:a="http://schemas.openxmlformats.org/drawingml/2006/main">
              <a:ext uri="{FF2B5EF4-FFF2-40B4-BE49-F238E27FC236}">
                <a16:creationId xmlns:a16="http://schemas.microsoft.com/office/drawing/2014/main" id="{D64E7AEF-FADD-4A8F-85AE-1951913F13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6000" y="5791200"/>
            <a:ext cx="4445100" cy="25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8B8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228" name="Google Shape;228;p24">
            <a:extLst xmlns:a="http://schemas.openxmlformats.org/drawingml/2006/main">
              <a:ext uri="{FF2B5EF4-FFF2-40B4-BE49-F238E27FC236}">
                <a16:creationId xmlns:a16="http://schemas.microsoft.com/office/drawing/2014/main" id="{CE3E6F11-AB17-4D0C-A8FF-A896408BA5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5791200"/>
            <a:ext cx="4445100" cy="25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8B8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229" name="Google Shape;229;p24">
            <a:extLst xmlns:a="http://schemas.openxmlformats.org/drawingml/2006/main">
              <a:ext uri="{FF2B5EF4-FFF2-40B4-BE49-F238E27FC236}">
                <a16:creationId xmlns:a16="http://schemas.microsoft.com/office/drawing/2014/main" id="{2F7AFDFB-F63A-4D6B-8209-6D4E2E931D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6532" y="3659247"/>
            <a:ext cx="533400" cy="213195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5496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230" name="Google Shape;230;p24">
            <a:extLst xmlns:a="http://schemas.openxmlformats.org/drawingml/2006/main">
              <a:ext uri="{FF2B5EF4-FFF2-40B4-BE49-F238E27FC236}">
                <a16:creationId xmlns:a16="http://schemas.microsoft.com/office/drawing/2014/main" id="{E2439BC9-CF04-423F-B024-F3872A68AB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341779"/>
            <a:ext cx="660273" cy="27927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100" b="1">
                <a:solidFill>
                  <a:srgbClr val="333333"/>
                </a:solidFill>
              </a:rPr>
              <a:t>91.36%</a:t>
            </a:r>
          </a:p>
        </p:txBody>
      </p:sp>
      <p:sp>
        <p:nvSpPr>
          <p:cNvPr id="231" name="Google Shape;231;p24">
            <a:extLst xmlns:a="http://schemas.openxmlformats.org/drawingml/2006/main">
              <a:ext uri="{FF2B5EF4-FFF2-40B4-BE49-F238E27FC236}">
                <a16:creationId xmlns:a16="http://schemas.microsoft.com/office/drawing/2014/main" id="{7F7EE744-7600-4CE7-AC12-9394C81F75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867400"/>
            <a:ext cx="660273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100">
                <a:solidFill>
                  <a:srgbClr val="333333"/>
                </a:solidFill>
              </a:rPr>
              <a:t>B2</a:t>
            </a:r>
          </a:p>
        </p:txBody>
      </p:sp>
      <p:sp>
        <p:nvSpPr>
          <p:cNvPr id="232" name="Google Shape;232;p24">
            <a:extLst xmlns:a="http://schemas.openxmlformats.org/drawingml/2006/main">
              <a:ext uri="{FF2B5EF4-FFF2-40B4-BE49-F238E27FC236}">
                <a16:creationId xmlns:a16="http://schemas.microsoft.com/office/drawing/2014/main" id="{4259327A-4EE3-4193-B3EA-A049373B12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3723678"/>
            <a:ext cx="533400" cy="206752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7D30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233" name="Google Shape;233;p24">
            <a:extLst xmlns:a="http://schemas.openxmlformats.org/drawingml/2006/main">
              <a:ext uri="{FF2B5EF4-FFF2-40B4-BE49-F238E27FC236}">
                <a16:creationId xmlns:a16="http://schemas.microsoft.com/office/drawing/2014/main" id="{35E9761B-EBBC-48BE-839C-C6C168A919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94468" y="3406210"/>
            <a:ext cx="660273" cy="27927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100" b="1">
                <a:solidFill>
                  <a:srgbClr val="333333"/>
                </a:solidFill>
              </a:rPr>
              <a:t>88.60%</a:t>
            </a:r>
          </a:p>
        </p:txBody>
      </p:sp>
      <p:sp>
        <p:nvSpPr>
          <p:cNvPr id="234" name="Google Shape;234;p24">
            <a:extLst xmlns:a="http://schemas.openxmlformats.org/drawingml/2006/main">
              <a:ext uri="{FF2B5EF4-FFF2-40B4-BE49-F238E27FC236}">
                <a16:creationId xmlns:a16="http://schemas.microsoft.com/office/drawing/2014/main" id="{5B0E341C-AE80-41C0-8D3D-2275BBF0AD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94468" y="5867400"/>
            <a:ext cx="660273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100">
                <a:solidFill>
                  <a:srgbClr val="333333"/>
                </a:solidFill>
              </a:rPr>
              <a:t>B2</a:t>
            </a:r>
          </a:p>
        </p:txBody>
      </p:sp>
      <p:sp>
        <p:nvSpPr>
          <p:cNvPr id="235" name="Google Shape;235;p24">
            <a:extLst xmlns:a="http://schemas.openxmlformats.org/drawingml/2006/main">
              <a:ext uri="{FF2B5EF4-FFF2-40B4-BE49-F238E27FC236}">
                <a16:creationId xmlns:a16="http://schemas.microsoft.com/office/drawing/2014/main" id="{9D2F9BA8-5E50-4AF8-A708-69B40A34D7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44732" y="3649446"/>
            <a:ext cx="533400" cy="214175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5496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236" name="Google Shape;236;p24">
            <a:extLst xmlns:a="http://schemas.openxmlformats.org/drawingml/2006/main">
              <a:ext uri="{FF2B5EF4-FFF2-40B4-BE49-F238E27FC236}">
                <a16:creationId xmlns:a16="http://schemas.microsoft.com/office/drawing/2014/main" id="{7C852366-3ED7-4301-B0B7-15A5B7E22F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3331977"/>
            <a:ext cx="660273" cy="27927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100" b="1">
                <a:solidFill>
                  <a:srgbClr val="333333"/>
                </a:solidFill>
              </a:rPr>
              <a:t>91.78%</a:t>
            </a:r>
          </a:p>
        </p:txBody>
      </p:sp>
      <p:sp>
        <p:nvSpPr>
          <p:cNvPr id="237" name="Google Shape;237;p24">
            <a:extLst xmlns:a="http://schemas.openxmlformats.org/drawingml/2006/main">
              <a:ext uri="{FF2B5EF4-FFF2-40B4-BE49-F238E27FC236}">
                <a16:creationId xmlns:a16="http://schemas.microsoft.com/office/drawing/2014/main" id="{54A865A6-9679-4330-9417-8AD67C6FA5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5867400"/>
            <a:ext cx="660273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100">
                <a:solidFill>
                  <a:srgbClr val="333333"/>
                </a:solidFill>
              </a:rPr>
              <a:t>Sched</a:t>
            </a:r>
          </a:p>
        </p:txBody>
      </p:sp>
      <p:sp>
        <p:nvSpPr>
          <p:cNvPr id="238" name="Google Shape;238;p24">
            <a:extLst xmlns:a="http://schemas.openxmlformats.org/drawingml/2006/main">
              <a:ext uri="{FF2B5EF4-FFF2-40B4-BE49-F238E27FC236}">
                <a16:creationId xmlns:a16="http://schemas.microsoft.com/office/drawing/2014/main" id="{A92C332C-C659-4C97-9748-7ACA7B7510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3695395"/>
            <a:ext cx="533400" cy="209580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7D30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239" name="Google Shape;239;p24">
            <a:extLst xmlns:a="http://schemas.openxmlformats.org/drawingml/2006/main">
              <a:ext uri="{FF2B5EF4-FFF2-40B4-BE49-F238E27FC236}">
                <a16:creationId xmlns:a16="http://schemas.microsoft.com/office/drawing/2014/main" id="{7ACB9D0F-EBCE-4CA8-8E60-F9B86F2368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2668" y="3377926"/>
            <a:ext cx="660273" cy="27927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100" b="1">
                <a:solidFill>
                  <a:srgbClr val="333333"/>
                </a:solidFill>
              </a:rPr>
              <a:t>89.81%</a:t>
            </a:r>
          </a:p>
        </p:txBody>
      </p:sp>
      <p:sp>
        <p:nvSpPr>
          <p:cNvPr id="240" name="Google Shape;240;p24">
            <a:extLst xmlns:a="http://schemas.openxmlformats.org/drawingml/2006/main">
              <a:ext uri="{FF2B5EF4-FFF2-40B4-BE49-F238E27FC236}">
                <a16:creationId xmlns:a16="http://schemas.microsoft.com/office/drawing/2014/main" id="{3C4B027B-6184-4E32-8208-F8CA608A53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2668" y="5867400"/>
            <a:ext cx="660273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100">
                <a:solidFill>
                  <a:srgbClr val="333333"/>
                </a:solidFill>
              </a:rPr>
              <a:t>Sched</a:t>
            </a:r>
          </a:p>
        </p:txBody>
      </p:sp>
      <p:sp>
        <p:nvSpPr>
          <p:cNvPr id="241" name="Google Shape;241;p24">
            <a:extLst xmlns:a="http://schemas.openxmlformats.org/drawingml/2006/main">
              <a:ext uri="{FF2B5EF4-FFF2-40B4-BE49-F238E27FC236}">
                <a16:creationId xmlns:a16="http://schemas.microsoft.com/office/drawing/2014/main" id="{BFFD5909-39F1-4DF7-97AE-55B7D5F199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82932" y="3649446"/>
            <a:ext cx="533400" cy="214175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5496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242" name="Google Shape;242;p24">
            <a:extLst xmlns:a="http://schemas.openxmlformats.org/drawingml/2006/main">
              <a:ext uri="{FF2B5EF4-FFF2-40B4-BE49-F238E27FC236}">
                <a16:creationId xmlns:a16="http://schemas.microsoft.com/office/drawing/2014/main" id="{0EDC3AFF-87BC-43A7-ACAA-7C7B506CFF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9400" y="3331977"/>
            <a:ext cx="660273" cy="27927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100" b="1">
                <a:solidFill>
                  <a:srgbClr val="333333"/>
                </a:solidFill>
              </a:rPr>
              <a:t>91.78%</a:t>
            </a:r>
          </a:p>
        </p:txBody>
      </p:sp>
      <p:sp>
        <p:nvSpPr>
          <p:cNvPr id="243" name="Google Shape;243;p24">
            <a:extLst xmlns:a="http://schemas.openxmlformats.org/drawingml/2006/main">
              <a:ext uri="{FF2B5EF4-FFF2-40B4-BE49-F238E27FC236}">
                <a16:creationId xmlns:a16="http://schemas.microsoft.com/office/drawing/2014/main" id="{92A8445F-1FB0-4697-9F9D-FF59D9D81A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9400" y="5867400"/>
            <a:ext cx="660273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100">
                <a:solidFill>
                  <a:srgbClr val="333333"/>
                </a:solidFill>
              </a:rPr>
              <a:t>Early</a:t>
            </a:r>
          </a:p>
        </p:txBody>
      </p:sp>
      <p:sp>
        <p:nvSpPr>
          <p:cNvPr id="244" name="Google Shape;244;p24">
            <a:extLst xmlns:a="http://schemas.openxmlformats.org/drawingml/2006/main">
              <a:ext uri="{FF2B5EF4-FFF2-40B4-BE49-F238E27FC236}">
                <a16:creationId xmlns:a16="http://schemas.microsoft.com/office/drawing/2014/main" id="{7D97596A-3BFB-497A-84E3-7D68FACCA1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3695395"/>
            <a:ext cx="533400" cy="209580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7D30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245" name="Google Shape;245;p24">
            <a:extLst xmlns:a="http://schemas.openxmlformats.org/drawingml/2006/main">
              <a:ext uri="{FF2B5EF4-FFF2-40B4-BE49-F238E27FC236}">
                <a16:creationId xmlns:a16="http://schemas.microsoft.com/office/drawing/2014/main" id="{073981FC-B440-4AA1-924E-FD17CE1660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0868" y="3377926"/>
            <a:ext cx="660273" cy="27927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100" b="1">
                <a:solidFill>
                  <a:srgbClr val="333333"/>
                </a:solidFill>
              </a:rPr>
              <a:t>89.81%</a:t>
            </a:r>
          </a:p>
        </p:txBody>
      </p:sp>
      <p:sp>
        <p:nvSpPr>
          <p:cNvPr id="246" name="Google Shape;246;p24">
            <a:extLst xmlns:a="http://schemas.openxmlformats.org/drawingml/2006/main">
              <a:ext uri="{FF2B5EF4-FFF2-40B4-BE49-F238E27FC236}">
                <a16:creationId xmlns:a16="http://schemas.microsoft.com/office/drawing/2014/main" id="{67912E2C-D43C-462D-8941-AFD494C902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0868" y="5867400"/>
            <a:ext cx="660273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100">
                <a:solidFill>
                  <a:srgbClr val="333333"/>
                </a:solidFill>
              </a:rPr>
              <a:t>Early</a:t>
            </a:r>
          </a:p>
        </p:txBody>
      </p:sp>
      <p:sp>
        <p:nvSpPr>
          <p:cNvPr id="247" name="Google Shape;247;p24">
            <a:extLst xmlns:a="http://schemas.openxmlformats.org/drawingml/2006/main">
              <a:ext uri="{FF2B5EF4-FFF2-40B4-BE49-F238E27FC236}">
                <a16:creationId xmlns:a16="http://schemas.microsoft.com/office/drawing/2014/main" id="{6739EDC7-344C-4B71-A3C7-39707247AE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21132" y="3642421"/>
            <a:ext cx="533400" cy="214877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5496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248" name="Google Shape;248;p24">
            <a:extLst xmlns:a="http://schemas.openxmlformats.org/drawingml/2006/main">
              <a:ext uri="{FF2B5EF4-FFF2-40B4-BE49-F238E27FC236}">
                <a16:creationId xmlns:a16="http://schemas.microsoft.com/office/drawing/2014/main" id="{32CBA057-F3DF-4116-A45C-91F8FF45B1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3324953"/>
            <a:ext cx="660273" cy="27927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100" b="1">
                <a:solidFill>
                  <a:srgbClr val="333333"/>
                </a:solidFill>
              </a:rPr>
              <a:t>92.08%</a:t>
            </a:r>
          </a:p>
        </p:txBody>
      </p:sp>
      <p:sp>
        <p:nvSpPr>
          <p:cNvPr id="249" name="Google Shape;249;p24">
            <a:extLst xmlns:a="http://schemas.openxmlformats.org/drawingml/2006/main">
              <a:ext uri="{FF2B5EF4-FFF2-40B4-BE49-F238E27FC236}">
                <a16:creationId xmlns:a16="http://schemas.microsoft.com/office/drawing/2014/main" id="{7C480CCA-4BBA-499D-9F9D-EFE2E5E5E2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5867400"/>
            <a:ext cx="660273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100">
                <a:solidFill>
                  <a:srgbClr val="333333"/>
                </a:solidFill>
              </a:rPr>
              <a:t>Thresh</a:t>
            </a:r>
          </a:p>
        </p:txBody>
      </p:sp>
      <p:sp>
        <p:nvSpPr>
          <p:cNvPr id="250" name="Google Shape;250;p24">
            <a:extLst xmlns:a="http://schemas.openxmlformats.org/drawingml/2006/main">
              <a:ext uri="{FF2B5EF4-FFF2-40B4-BE49-F238E27FC236}">
                <a16:creationId xmlns:a16="http://schemas.microsoft.com/office/drawing/2014/main" id="{DCEA9562-EA77-4405-83E7-AB9A14F739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3620999"/>
            <a:ext cx="533400" cy="217020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7D30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251" name="Google Shape;251;p24">
            <a:extLst xmlns:a="http://schemas.openxmlformats.org/drawingml/2006/main">
              <a:ext uri="{FF2B5EF4-FFF2-40B4-BE49-F238E27FC236}">
                <a16:creationId xmlns:a16="http://schemas.microsoft.com/office/drawing/2014/main" id="{DA67171C-4EF2-48F6-A6F5-4EA64F8CA8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09068" y="3303531"/>
            <a:ext cx="660273" cy="27927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100" b="1">
                <a:solidFill>
                  <a:srgbClr val="333333"/>
                </a:solidFill>
              </a:rPr>
              <a:t>93.00%</a:t>
            </a:r>
          </a:p>
        </p:txBody>
      </p:sp>
      <p:sp>
        <p:nvSpPr>
          <p:cNvPr id="252" name="Google Shape;252;p24">
            <a:extLst xmlns:a="http://schemas.openxmlformats.org/drawingml/2006/main">
              <a:ext uri="{FF2B5EF4-FFF2-40B4-BE49-F238E27FC236}">
                <a16:creationId xmlns:a16="http://schemas.microsoft.com/office/drawing/2014/main" id="{30CC1582-8A2E-4F2B-A98A-F746E0E295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09068" y="5867400"/>
            <a:ext cx="660273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100">
                <a:solidFill>
                  <a:srgbClr val="333333"/>
                </a:solidFill>
              </a:rPr>
              <a:t>Thresh</a:t>
            </a:r>
          </a:p>
        </p:txBody>
      </p:sp>
      <p:sp>
        <p:nvSpPr>
          <p:cNvPr id="253" name="Google Shape;253;p24">
            <a:extLst xmlns:a="http://schemas.openxmlformats.org/drawingml/2006/main">
              <a:ext uri="{FF2B5EF4-FFF2-40B4-BE49-F238E27FC236}">
                <a16:creationId xmlns:a16="http://schemas.microsoft.com/office/drawing/2014/main" id="{AFA61B2C-4E1D-4FE9-9E0A-478D361089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0" cy="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5496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254" name="Google Shape;254;p24">
            <a:extLst xmlns:a="http://schemas.openxmlformats.org/drawingml/2006/main">
              <a:ext uri="{FF2B5EF4-FFF2-40B4-BE49-F238E27FC236}">
                <a16:creationId xmlns:a16="http://schemas.microsoft.com/office/drawing/2014/main" id="{096789E1-7160-45E9-AF2B-911612263C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3364601"/>
            <a:ext cx="660273" cy="27927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100" b="1">
                <a:solidFill>
                  <a:srgbClr val="333333"/>
                </a:solidFill>
              </a:rPr>
              <a:t>90.38%</a:t>
            </a:r>
          </a:p>
        </p:txBody>
      </p:sp>
      <p:sp>
        <p:nvSpPr>
          <p:cNvPr id="255" name="Google Shape;255;p24">
            <a:extLst xmlns:a="http://schemas.openxmlformats.org/drawingml/2006/main">
              <a:ext uri="{FF2B5EF4-FFF2-40B4-BE49-F238E27FC236}">
                <a16:creationId xmlns:a16="http://schemas.microsoft.com/office/drawing/2014/main" id="{217B4067-DDE7-49F9-945B-102BDE6C4E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5867400"/>
            <a:ext cx="660273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100">
                <a:solidFill>
                  <a:srgbClr val="333333"/>
                </a:solidFill>
              </a:rPr>
              <a:t>U mean</a:t>
            </a:r>
          </a:p>
        </p:txBody>
      </p:sp>
      <p:sp>
        <p:nvSpPr>
          <p:cNvPr id="256" name="Google Shape;256;p24">
            <a:extLst xmlns:a="http://schemas.openxmlformats.org/drawingml/2006/main">
              <a:ext uri="{FF2B5EF4-FFF2-40B4-BE49-F238E27FC236}">
                <a16:creationId xmlns:a16="http://schemas.microsoft.com/office/drawing/2014/main" id="{DDC8BE7E-B239-41DC-9951-DD30E58027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0" cy="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7D30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257" name="Google Shape;257;p24">
            <a:extLst xmlns:a="http://schemas.openxmlformats.org/drawingml/2006/main">
              <a:ext uri="{FF2B5EF4-FFF2-40B4-BE49-F238E27FC236}">
                <a16:creationId xmlns:a16="http://schemas.microsoft.com/office/drawing/2014/main" id="{6CC6804D-C7C8-4BF3-A2E5-137FEDFED9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47268" y="3351533"/>
            <a:ext cx="660273" cy="27927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100" b="1">
                <a:solidFill>
                  <a:srgbClr val="333333"/>
                </a:solidFill>
              </a:rPr>
              <a:t>0.909</a:t>
            </a:r>
          </a:p>
        </p:txBody>
      </p:sp>
      <p:sp>
        <p:nvSpPr>
          <p:cNvPr id="258" name="Google Shape;258;p24">
            <a:extLst xmlns:a="http://schemas.openxmlformats.org/drawingml/2006/main">
              <a:ext uri="{FF2B5EF4-FFF2-40B4-BE49-F238E27FC236}">
                <a16:creationId xmlns:a16="http://schemas.microsoft.com/office/drawing/2014/main" id="{E2A56AA0-A4A5-4CBC-B17F-A51D28D3F1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47268" y="5867400"/>
            <a:ext cx="660273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100">
                <a:solidFill>
                  <a:srgbClr val="333333"/>
                </a:solidFill>
              </a:rPr>
              <a:t>U mean</a:t>
            </a:r>
          </a:p>
        </p:txBody>
      </p:sp>
    </p:spTree>
    <p:extLst>
      <p:ext uri="{BB962C8B-B14F-4D97-AF65-F5344CB8AC3E}">
        <p14:creationId xmlns:p14="http://schemas.microsoft.com/office/powerpoint/2010/main" val="2007162193"/>
      </p:ext>
    </p:extLst>
  </p:cSld>
</p:sld>
</file>

<file path=ppt/slides/slide2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2" name="Google Shape;212;p23">
            <a:extLst xmlns:a="http://schemas.openxmlformats.org/drawingml/2006/main">
              <a:ext uri="{FF2B5EF4-FFF2-40B4-BE49-F238E27FC236}">
                <a16:creationId xmlns:a16="http://schemas.microsoft.com/office/drawing/2014/main" id="{CEA2EDDF-A2CD-44CF-98BB-801657D2DD0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B3: recall gain failed confirmation</a:t>
            </a:r>
          </a:p>
        </p:txBody>
      </p:sp>
      <p:sp>
        <p:nvSpPr>
          <p:cNvPr id="213" name="Google Shape;213;p23">
            <a:extLst xmlns:a="http://schemas.openxmlformats.org/drawingml/2006/main">
              <a:ext uri="{FF2B5EF4-FFF2-40B4-BE49-F238E27FC236}">
                <a16:creationId xmlns:a16="http://schemas.microsoft.com/office/drawing/2014/main" id="{DF709342-A5A8-450D-BE61-4B8EA771B37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5181600" cy="4351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marL="457200" indent="-342900" algn="l">
              <a:spcBef>
                <a:spcPts val="1000"/>
              </a:spcBef>
              <a:spcAft>
                <a:spcPts val="0"/>
              </a:spcAft>
              <a:buChar char="●"/>
            </a:pPr>
            <a:r>
              <a:t>Accuracy: 89.71% (−0.67 points vs. B2)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Dirty recall: 94.42% (+3.69 points)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Dirty F1: 90.72% (−0.22 points)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Accuracy exceeded the 0.5-point tolerance</a:t>
            </a:r>
          </a:p>
        </p:txBody>
      </p:sp>
      <p:sp>
        <p:nvSpPr>
          <p:cNvPr id="214" name="Google Shape;214;p23">
            <a:extLst xmlns:a="http://schemas.openxmlformats.org/drawingml/2006/main">
              <a:ext uri="{FF2B5EF4-FFF2-40B4-BE49-F238E27FC236}">
                <a16:creationId xmlns:a16="http://schemas.microsoft.com/office/drawing/2014/main" id="{391DC8AD-B282-472F-BADA-EE209EE8D6C2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172200" y="1825625"/>
            <a:ext cx="5181600" cy="4351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marL="457200" indent="-342900" algn="l">
              <a:spcBef>
                <a:spcPts val="1000"/>
              </a:spcBef>
              <a:spcAft>
                <a:spcPts val="0"/>
              </a:spcAft>
              <a:buChar char="●"/>
            </a:pPr>
            <a:r>
              <a:t>Tile reference held: 92.52% accuracy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Selection used validation data only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Decision: retain B2 as frozen baseline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Next: B4 architecture test with B2 recipe</a:t>
            </a:r>
          </a:p>
        </p:txBody>
      </p:sp>
    </p:spTree>
    <p:extLst>
      <p:ext uri="{BB962C8B-B14F-4D97-AF65-F5344CB8AC3E}">
        <p14:creationId xmlns:p14="http://schemas.microsoft.com/office/powerpoint/2010/main" val="463416430"/>
      </p:ext>
    </p:extLst>
  </p:cSld>
</p:sld>
</file>

<file path=ppt/slides/slide2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2" name="Google Shape;212;p23">
            <a:extLst xmlns:a="http://schemas.openxmlformats.org/drawingml/2006/main">
              <a:ext uri="{FF2B5EF4-FFF2-40B4-BE49-F238E27FC236}">
                <a16:creationId xmlns:a16="http://schemas.microsoft.com/office/drawing/2014/main" id="{CEA2EDDF-A2CD-44CF-98BB-801657D2DD0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B4: compact model failed confirmation</a:t>
            </a:r>
          </a:p>
        </p:txBody>
      </p:sp>
      <p:sp>
        <p:nvSpPr>
          <p:cNvPr id="213" name="Google Shape;213;p23">
            <a:extLst xmlns:a="http://schemas.openxmlformats.org/drawingml/2006/main">
              <a:ext uri="{FF2B5EF4-FFF2-40B4-BE49-F238E27FC236}">
                <a16:creationId xmlns:a16="http://schemas.microsoft.com/office/drawing/2014/main" id="{DF709342-A5A8-450D-BE61-4B8EA771B37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5181600" cy="4351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marL="457200" indent="-342900" algn="l">
              <a:spcBef>
                <a:spcPts val="1000"/>
              </a:spcBef>
              <a:spcAft>
                <a:spcPts val="0"/>
              </a:spcAft>
              <a:buChar char="●"/>
            </a:pPr>
            <a:r>
              <a:t>Validation F1: 93.61%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14.3× fewer parameters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ONNX: 172 KB vs. 2.41 MB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Validation gate passed</a:t>
            </a:r>
          </a:p>
        </p:txBody>
      </p:sp>
      <p:sp>
        <p:nvSpPr>
          <p:cNvPr id="214" name="Google Shape;214;p23">
            <a:extLst xmlns:a="http://schemas.openxmlformats.org/drawingml/2006/main">
              <a:ext uri="{FF2B5EF4-FFF2-40B4-BE49-F238E27FC236}">
                <a16:creationId xmlns:a16="http://schemas.microsoft.com/office/drawing/2014/main" id="{391DC8AD-B282-472F-BADA-EE209EE8D6C2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172200" y="1825625"/>
            <a:ext cx="5181600" cy="4351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marL="457200" indent="-342900" algn="l">
              <a:spcBef>
                <a:spcPts val="1000"/>
              </a:spcBef>
              <a:spcAft>
                <a:spcPts val="0"/>
              </a:spcAft>
              <a:buChar char="●"/>
            </a:pPr>
            <a:r>
              <a:t>Unseen accuracy: 89.36%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Unseen F1: 90.36%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Tile recall: 91.36%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Reject B4; retain B2</a:t>
            </a:r>
          </a:p>
        </p:txBody>
      </p:sp>
    </p:spTree>
    <p:extLst>
      <p:ext uri="{BB962C8B-B14F-4D97-AF65-F5344CB8AC3E}">
        <p14:creationId xmlns:p14="http://schemas.microsoft.com/office/powerpoint/2010/main" val="463416430"/>
      </p:ext>
    </p:extLst>
  </p:cSld>
</p:sld>
</file>

<file path=ppt/slides/slide2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2" name="Google Shape;212;p23">
            <a:extLst xmlns:a="http://schemas.openxmlformats.org/drawingml/2006/main">
              <a:ext uri="{FF2B5EF4-FFF2-40B4-BE49-F238E27FC236}">
                <a16:creationId xmlns:a16="http://schemas.microsoft.com/office/drawing/2014/main" id="{CEA2EDDF-A2CD-44CF-98BB-801657D2DD0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B5.1: ensemble passes validation gate</a:t>
            </a:r>
          </a:p>
        </p:txBody>
      </p:sp>
      <p:sp>
        <p:nvSpPr>
          <p:cNvPr id="213" name="Google Shape;213;p23">
            <a:extLst xmlns:a="http://schemas.openxmlformats.org/drawingml/2006/main">
              <a:ext uri="{FF2B5EF4-FFF2-40B4-BE49-F238E27FC236}">
                <a16:creationId xmlns:a16="http://schemas.microsoft.com/office/drawing/2014/main" id="{DF709342-A5A8-450D-BE61-4B8EA771B37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5181600" cy="4351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marL="457200" indent="-342900" algn="l">
              <a:spcBef>
                <a:spcPts val="1000"/>
              </a:spcBef>
              <a:spcAft>
                <a:spcPts val="0"/>
              </a:spcAft>
              <a:buChar char="●"/>
            </a:pPr>
            <a:r>
              <a:t>Selected F1: 93.87%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Selected recall: 92.21%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All three seeds beat B4 F1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Frozen tests unlocked</a:t>
            </a:r>
          </a:p>
        </p:txBody>
      </p:sp>
      <p:sp>
        <p:nvSpPr>
          <p:cNvPr id="214" name="Google Shape;214;p23">
            <a:extLst xmlns:a="http://schemas.openxmlformats.org/drawingml/2006/main">
              <a:ext uri="{FF2B5EF4-FFF2-40B4-BE49-F238E27FC236}">
                <a16:creationId xmlns:a16="http://schemas.microsoft.com/office/drawing/2014/main" id="{391DC8AD-B282-472F-BADA-EE209EE8D6C2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172200" y="1825625"/>
            <a:ext cx="5181600" cy="4351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marL="457200" indent="-342900" algn="l">
              <a:spcBef>
                <a:spcPts val="1000"/>
              </a:spcBef>
              <a:spcAft>
                <a:spcPts val="0"/>
              </a:spcAft>
              <a:buChar char="●"/>
            </a:pPr>
            <a:r>
              <a:t>Blend: 25% B2 / 75% B4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B4-only correct: 110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B2-only correct: 68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Selection used validation only</a:t>
            </a:r>
          </a:p>
        </p:txBody>
      </p:sp>
    </p:spTree>
    <p:extLst>
      <p:ext uri="{BB962C8B-B14F-4D97-AF65-F5344CB8AC3E}">
        <p14:creationId xmlns:p14="http://schemas.microsoft.com/office/powerpoint/2010/main" val="463416430"/>
      </p:ext>
    </p:extLst>
  </p:cSld>
</p:sld>
</file>

<file path=ppt/slides/slide2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2" name="Google Shape;212;p23">
            <a:extLst xmlns:a="http://schemas.openxmlformats.org/drawingml/2006/main">
              <a:ext uri="{FF2B5EF4-FFF2-40B4-BE49-F238E27FC236}">
                <a16:creationId xmlns:a16="http://schemas.microsoft.com/office/drawing/2014/main" id="{CEA2EDDF-A2CD-44CF-98BB-801657D2DD0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B5.1: gains, but recall gate fails</a:t>
            </a:r>
          </a:p>
        </p:txBody>
      </p:sp>
      <p:sp>
        <p:nvSpPr>
          <p:cNvPr id="213" name="Google Shape;213;p23">
            <a:extLst xmlns:a="http://schemas.openxmlformats.org/drawingml/2006/main">
              <a:ext uri="{FF2B5EF4-FFF2-40B4-BE49-F238E27FC236}">
                <a16:creationId xmlns:a16="http://schemas.microsoft.com/office/drawing/2014/main" id="{DF709342-A5A8-450D-BE61-4B8EA771B37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5181600" cy="4351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marL="457200" indent="-342900" algn="l">
              <a:spcBef>
                <a:spcPts val="1000"/>
              </a:spcBef>
              <a:spcAft>
                <a:spcPts val="0"/>
              </a:spcAft>
              <a:buChar char="●"/>
            </a:pPr>
            <a:r>
              <a:t>Unseen accuracy: 90.38% → 90.47%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Unseen F1: 90.94% → 91.25%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Unseen recall: 90.73% → 93.39%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Unseen gate passed</a:t>
            </a:r>
          </a:p>
        </p:txBody>
      </p:sp>
      <p:sp>
        <p:nvSpPr>
          <p:cNvPr id="214" name="Google Shape;214;p23">
            <a:extLst xmlns:a="http://schemas.openxmlformats.org/drawingml/2006/main">
              <a:ext uri="{FF2B5EF4-FFF2-40B4-BE49-F238E27FC236}">
                <a16:creationId xmlns:a16="http://schemas.microsoft.com/office/drawing/2014/main" id="{391DC8AD-B282-472F-BADA-EE209EE8D6C2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172200" y="1825625"/>
            <a:ext cx="5181600" cy="4351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marL="457200" indent="-342900" algn="l">
              <a:spcBef>
                <a:spcPts val="1000"/>
              </a:spcBef>
              <a:spcAft>
                <a:spcPts val="0"/>
              </a:spcAft>
              <a:buChar char="●"/>
            </a:pPr>
            <a:r>
              <a:t>Tile accuracy: 92.47% → 94.70%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Tile F1: 91.89% → 94.08%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Tile recall: 93.39% → 92.07%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Reject ensemble; keep B2</a:t>
            </a:r>
          </a:p>
        </p:txBody>
      </p:sp>
    </p:spTree>
    <p:extLst>
      <p:ext uri="{BB962C8B-B14F-4D97-AF65-F5344CB8AC3E}">
        <p14:creationId xmlns:p14="http://schemas.microsoft.com/office/powerpoint/2010/main" val="463416430"/>
      </p:ext>
    </p:extLst>
  </p:cSld>
</p:sld>
</file>

<file path=ppt/slides/slide2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2" name="Google Shape;212;p23">
            <a:extLst xmlns:a="http://schemas.openxmlformats.org/drawingml/2006/main">
              <a:ext uri="{FF2B5EF4-FFF2-40B4-BE49-F238E27FC236}">
                <a16:creationId xmlns:a16="http://schemas.microsoft.com/office/drawing/2014/main" id="{CEA2EDDF-A2CD-44CF-98BB-801657D2DD0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B5.2: audit closes classifier-only tuning</a:t>
            </a:r>
          </a:p>
        </p:txBody>
      </p:sp>
      <p:sp>
        <p:nvSpPr>
          <p:cNvPr id="213" name="Google Shape;213;p23">
            <a:extLst xmlns:a="http://schemas.openxmlformats.org/drawingml/2006/main">
              <a:ext uri="{FF2B5EF4-FFF2-40B4-BE49-F238E27FC236}">
                <a16:creationId xmlns:a16="http://schemas.microsoft.com/office/drawing/2014/main" id="{DF709342-A5A8-450D-BE61-4B8EA771B37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5181600" cy="4351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marL="457200" indent="-342900" algn="l">
              <a:spcBef>
                <a:spcPts val="1000"/>
              </a:spcBef>
              <a:spcAft>
                <a:spcPts val="0"/>
              </a:spcAft>
              <a:buChar char="●"/>
            </a:pPr>
            <a:r>
              <a:t>B4 led unseen validation in every seed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B2 dirty advantage: tile-random only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Joint disagreement gate failed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No stable ensemble mechanism</a:t>
            </a:r>
          </a:p>
        </p:txBody>
      </p:sp>
      <p:sp>
        <p:nvSpPr>
          <p:cNvPr id="214" name="Google Shape;214;p23">
            <a:extLst xmlns:a="http://schemas.openxmlformats.org/drawingml/2006/main">
              <a:ext uri="{FF2B5EF4-FFF2-40B4-BE49-F238E27FC236}">
                <a16:creationId xmlns:a16="http://schemas.microsoft.com/office/drawing/2014/main" id="{391DC8AD-B282-472F-BADA-EE209EE8D6C2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172200" y="1825625"/>
            <a:ext cx="5181600" cy="4351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marL="457200" indent="-342900" algn="l">
              <a:spcBef>
                <a:spcPts val="1000"/>
              </a:spcBef>
              <a:spcAft>
                <a:spcPts val="0"/>
              </a:spcAft>
              <a:buChar char="●"/>
            </a:pPr>
            <a:r>
              <a:t>10 replicated density slices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All were clean-sample effects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Density bin changed by protocol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No B5.3; retain B2</a:t>
            </a:r>
          </a:p>
        </p:txBody>
      </p:sp>
    </p:spTree>
    <p:extLst>
      <p:ext uri="{BB962C8B-B14F-4D97-AF65-F5344CB8AC3E}">
        <p14:creationId xmlns:p14="http://schemas.microsoft.com/office/powerpoint/2010/main" val="463416430"/>
      </p:ext>
    </p:extLst>
  </p:cSld>
</p:sld>
</file>

<file path=ppt/slides/slide2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2" name="Google Shape;212;p23">
            <a:extLst xmlns:a="http://schemas.openxmlformats.org/drawingml/2006/main">
              <a:ext uri="{FF2B5EF4-FFF2-40B4-BE49-F238E27FC236}">
                <a16:creationId xmlns:a16="http://schemas.microsoft.com/office/drawing/2014/main" id="{CEA2EDDF-A2CD-44CF-98BB-801657D2DD0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B6.1: exact localization data is ready</a:t>
            </a:r>
          </a:p>
        </p:txBody>
      </p:sp>
      <p:sp>
        <p:nvSpPr>
          <p:cNvPr id="213" name="Google Shape;213;p23">
            <a:extLst xmlns:a="http://schemas.openxmlformats.org/drawingml/2006/main">
              <a:ext uri="{FF2B5EF4-FFF2-40B4-BE49-F238E27FC236}">
                <a16:creationId xmlns:a16="http://schemas.microsoft.com/office/drawing/2014/main" id="{DF709342-A5A8-450D-BE61-4B8EA771B37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5181600" cy="4351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marL="457200" indent="-342900" algn="l">
              <a:spcBef>
                <a:spcPts val="1000"/>
              </a:spcBef>
              <a:spcAft>
                <a:spcPts val="0"/>
              </a:spcAft>
              <a:buChar char="●"/>
            </a:pPr>
            <a:r>
              <a:t>14 layout families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6,924 exact KLayout violations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6,924 unique owners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8,021 dirty + 8,021 clean tiles</a:t>
            </a:r>
          </a:p>
        </p:txBody>
      </p:sp>
      <p:sp>
        <p:nvSpPr>
          <p:cNvPr id="214" name="Google Shape;214;p23">
            <a:extLst xmlns:a="http://schemas.openxmlformats.org/drawingml/2006/main">
              <a:ext uri="{FF2B5EF4-FFF2-40B4-BE49-F238E27FC236}">
                <a16:creationId xmlns:a16="http://schemas.microsoft.com/office/drawing/2014/main" id="{391DC8AD-B282-472F-BADA-EE209EE8D6C2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172200" y="1825625"/>
            <a:ext cx="5181600" cy="4351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marL="457200" indent="-342900" algn="l">
              <a:spcBef>
                <a:spcPts val="1000"/>
              </a:spcBef>
              <a:spcAft>
                <a:spcPts val="0"/>
              </a:spcAft>
              <a:buChar char="●"/>
            </a:pPr>
            <a:r>
              <a:t>1600 nm input + 160 nm halo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1280 nm gap-free owned output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200×200 image + 160×160 mask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All 7 visual-audit categories passed</a:t>
            </a:r>
          </a:p>
        </p:txBody>
      </p:sp>
    </p:spTree>
    <p:extLst>
      <p:ext uri="{BB962C8B-B14F-4D97-AF65-F5344CB8AC3E}">
        <p14:creationId xmlns:p14="http://schemas.microsoft.com/office/powerpoint/2010/main" val="463416430"/>
      </p:ext>
    </p:extLst>
  </p:cSld>
</p:sld>
</file>

<file path=ppt/slides/slide2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2" name="Google Shape;202;p22">
            <a:extLst xmlns:a="http://schemas.openxmlformats.org/drawingml/2006/main">
              <a:ext uri="{FF2B5EF4-FFF2-40B4-BE49-F238E27FC236}">
                <a16:creationId xmlns:a16="http://schemas.microsoft.com/office/drawing/2014/main" id="{C8118EBF-173B-493F-B181-80ED61AEAA8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365125"/>
            <a:ext cx="10515600" cy="1325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B6.2 passes every development gate</a:t>
            </a:r>
          </a:p>
        </p:txBody>
      </p:sp>
      <p:sp>
        <p:nvSpPr>
          <p:cNvPr id="203" name="Google Shape;203;p22">
            <a:extLst xmlns:a="http://schemas.openxmlformats.org/drawingml/2006/main">
              <a:ext uri="{FF2B5EF4-FFF2-40B4-BE49-F238E27FC236}">
                <a16:creationId xmlns:a16="http://schemas.microsoft.com/office/drawing/2014/main" id="{8C8967A8-AFDD-4A36-BD2A-6A37DA6F463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9788" y="1681163"/>
            <a:ext cx="5157900" cy="823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45700" rIns="91425" bIns="45700" anchor="b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1000"/>
              </a:spcBef>
              <a:spcAft>
                <a:spcPts val="0"/>
              </a:spcAft>
              <a:buNone/>
            </a:pPr>
            <a:r>
              <a:t>Classification improves vs. B2</a:t>
            </a:r>
          </a:p>
        </p:txBody>
      </p:sp>
      <p:sp>
        <p:nvSpPr>
          <p:cNvPr id="204" name="Google Shape;204;p22">
            <a:extLst xmlns:a="http://schemas.openxmlformats.org/drawingml/2006/main">
              <a:ext uri="{FF2B5EF4-FFF2-40B4-BE49-F238E27FC236}">
                <a16:creationId xmlns:a16="http://schemas.microsoft.com/office/drawing/2014/main" id="{19A9097E-C301-4B04-A28D-C7CF5D1666DA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505075"/>
            <a:ext cx="5157900" cy="3684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marL="457200" indent="-342900" algn="l">
              <a:spcBef>
                <a:spcPts val="1000"/>
              </a:spcBef>
              <a:spcAft>
                <a:spcPts val="0"/>
              </a:spcAft>
              <a:buChar char="●"/>
            </a:pPr>
            <a:r>
              <a:t>Accuracy: 95.51% (+1.50)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Dirty recall: 98.86% (+2.67)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Dirty F1: 95.66% (+1.51)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Same B6 tiles · 3 seeds</a:t>
            </a:r>
          </a:p>
        </p:txBody>
      </p:sp>
      <p:sp>
        <p:nvSpPr>
          <p:cNvPr id="205" name="Google Shape;205;p22">
            <a:extLst xmlns:a="http://schemas.openxmlformats.org/drawingml/2006/main">
              <a:ext uri="{FF2B5EF4-FFF2-40B4-BE49-F238E27FC236}">
                <a16:creationId xmlns:a16="http://schemas.microsoft.com/office/drawing/2014/main" id="{1E0BEAE3-F26D-4391-B700-136E11ECA92F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6172200" y="1681163"/>
            <a:ext cx="5183100" cy="823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45700" rIns="91425" bIns="45700" anchor="b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1000"/>
              </a:spcBef>
              <a:spcAft>
                <a:spcPts val="0"/>
              </a:spcAft>
              <a:buNone/>
            </a:pPr>
            <a:r>
              <a:t>Localization passes; precision next</a:t>
            </a:r>
          </a:p>
        </p:txBody>
      </p:sp>
      <p:sp>
        <p:nvSpPr>
          <p:cNvPr id="206" name="Google Shape;206;p22">
            <a:extLst xmlns:a="http://schemas.openxmlformats.org/drawingml/2006/main">
              <a:ext uri="{FF2B5EF4-FFF2-40B4-BE49-F238E27FC236}">
                <a16:creationId xmlns:a16="http://schemas.microsoft.com/office/drawing/2014/main" id="{76F59418-2FDB-4369-B235-930A4716F3F6}"/>
              </a:ext>
            </a:extLst>
          </p:cNvPr>
          <p:cNvSpPr>
            <a:spLocks xmlns:a="http://schemas.openxmlformats.org/drawingml/2006/main" noGrp="1"/>
          </p:cNvSpPr>
          <p:nvPr>
            <p:ph type="body" idx="4"/>
          </p:nvPr>
        </p:nvSpPr>
        <p:spPr>
          <a:xfrm xmlns:a="http://schemas.openxmlformats.org/drawingml/2006/main">
            <a:off x="6172200" y="2505075"/>
            <a:ext cx="5183100" cy="3684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marL="457200" indent="-342900" algn="l">
              <a:spcBef>
                <a:spcPts val="1000"/>
              </a:spcBef>
              <a:spcAft>
                <a:spcPts val="0"/>
              </a:spcAft>
              <a:buChar char="●"/>
            </a:pPr>
            <a:r>
              <a:t>Mask Dice: 86.32%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Object F1: 84.23%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Vector-owner recall: 87.19%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Object recall 99.36%; precision 73.12%</a:t>
            </a:r>
          </a:p>
        </p:txBody>
      </p:sp>
    </p:spTree>
    <p:extLst>
      <p:ext uri="{BB962C8B-B14F-4D97-AF65-F5344CB8AC3E}">
        <p14:creationId xmlns:p14="http://schemas.microsoft.com/office/powerpoint/2010/main" val="1161288531"/>
      </p:ext>
    </p:extLst>
  </p:cSld>
</p:sld>
</file>

<file path=ppt/slides/slide2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2" name="Google Shape;202;p22">
            <a:extLst xmlns:a="http://schemas.openxmlformats.org/drawingml/2006/main">
              <a:ext uri="{FF2B5EF4-FFF2-40B4-BE49-F238E27FC236}">
                <a16:creationId xmlns:a16="http://schemas.microsoft.com/office/drawing/2014/main" id="{C8118EBF-173B-493F-B181-80ED61AEAA8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365125"/>
            <a:ext cx="10515600" cy="1325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B7.1 passes all full-layout gates</a:t>
            </a:r>
          </a:p>
        </p:txBody>
      </p:sp>
      <p:sp>
        <p:nvSpPr>
          <p:cNvPr id="203" name="Google Shape;203;p22">
            <a:extLst xmlns:a="http://schemas.openxmlformats.org/drawingml/2006/main">
              <a:ext uri="{FF2B5EF4-FFF2-40B4-BE49-F238E27FC236}">
                <a16:creationId xmlns:a16="http://schemas.microsoft.com/office/drawing/2014/main" id="{8C8967A8-AFDD-4A36-BD2A-6A37DA6F463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9788" y="1681163"/>
            <a:ext cx="5157900" cy="823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45700" rIns="91425" bIns="45700" anchor="b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1000"/>
              </a:spcBef>
              <a:spcAft>
                <a:spcPts val="0"/>
              </a:spcAft>
              <a:buNone/>
            </a:pPr>
            <a:r>
              <a:t>Validation-only policy</a:t>
            </a:r>
          </a:p>
        </p:txBody>
      </p:sp>
      <p:sp>
        <p:nvSpPr>
          <p:cNvPr id="204" name="Google Shape;204;p22">
            <a:extLst xmlns:a="http://schemas.openxmlformats.org/drawingml/2006/main">
              <a:ext uri="{FF2B5EF4-FFF2-40B4-BE49-F238E27FC236}">
                <a16:creationId xmlns:a16="http://schemas.microsoft.com/office/drawing/2014/main" id="{19A9097E-C301-4B04-A28D-C7CF5D1666DA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505075"/>
            <a:ext cx="5157900" cy="3684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marL="457200" indent="-342900" algn="l">
              <a:spcBef>
                <a:spcPts val="1000"/>
              </a:spcBef>
              <a:spcAft>
                <a:spcPts val="0"/>
              </a:spcAft>
              <a:buChar char="●"/>
            </a:pPr>
            <a:r>
              <a:t>Classification threshold: 0.92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Segmentation threshold: 0.40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Minimum area: 16 px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Merge gap: 2 px</a:t>
            </a:r>
          </a:p>
        </p:txBody>
      </p:sp>
      <p:sp>
        <p:nvSpPr>
          <p:cNvPr id="205" name="Google Shape;205;p22">
            <a:extLst xmlns:a="http://schemas.openxmlformats.org/drawingml/2006/main">
              <a:ext uri="{FF2B5EF4-FFF2-40B4-BE49-F238E27FC236}">
                <a16:creationId xmlns:a16="http://schemas.microsoft.com/office/drawing/2014/main" id="{1E0BEAE3-F26D-4391-B700-136E11ECA92F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6172200" y="1681163"/>
            <a:ext cx="5183100" cy="823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45700" rIns="91425" bIns="45700" anchor="b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1000"/>
              </a:spcBef>
              <a:spcAft>
                <a:spcPts val="0"/>
              </a:spcAft>
              <a:buNone/>
            </a:pPr>
            <a:r>
              <a:t>Development confirmation</a:t>
            </a:r>
          </a:p>
        </p:txBody>
      </p:sp>
      <p:sp>
        <p:nvSpPr>
          <p:cNvPr id="206" name="Google Shape;206;p22">
            <a:extLst xmlns:a="http://schemas.openxmlformats.org/drawingml/2006/main">
              <a:ext uri="{FF2B5EF4-FFF2-40B4-BE49-F238E27FC236}">
                <a16:creationId xmlns:a16="http://schemas.microsoft.com/office/drawing/2014/main" id="{76F59418-2FDB-4369-B235-930A4716F3F6}"/>
              </a:ext>
            </a:extLst>
          </p:cNvPr>
          <p:cNvSpPr>
            <a:spLocks xmlns:a="http://schemas.openxmlformats.org/drawingml/2006/main" noGrp="1"/>
          </p:cNvSpPr>
          <p:nvPr>
            <p:ph type="body" idx="4"/>
          </p:nvPr>
        </p:nvSpPr>
        <p:spPr>
          <a:xfrm xmlns:a="http://schemas.openxmlformats.org/drawingml/2006/main">
            <a:off x="6172200" y="2505075"/>
            <a:ext cx="5183100" cy="3684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marL="457200" indent="-342900" algn="l">
              <a:spcBef>
                <a:spcPts val="1000"/>
              </a:spcBef>
              <a:spcAft>
                <a:spcPts val="0"/>
              </a:spcAft>
              <a:buChar char="●"/>
            </a:pPr>
            <a:r>
              <a:t>Violation recall: 95.51%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Candidate precision: 81.44%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Component F1: 87.92%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Exact-pair precision: 100%</a:t>
            </a:r>
          </a:p>
        </p:txBody>
      </p:sp>
    </p:spTree>
    <p:extLst>
      <p:ext uri="{BB962C8B-B14F-4D97-AF65-F5344CB8AC3E}">
        <p14:creationId xmlns:p14="http://schemas.microsoft.com/office/powerpoint/2010/main" val="1161288531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2026-08-15T08:20:19.0670000Z</dcterms:created>
  <dcterms:modified xsi:type="dcterms:W3CDTF">2026-08-15T08:20:19.0670000Z</dcterms:modified>
</coreProperties>
</file>