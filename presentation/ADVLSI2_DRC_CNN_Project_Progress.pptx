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d449955ea7484d" /><Relationship Type="http://schemas.openxmlformats.org/officeDocument/2006/relationships/extended-properties" Target="/docProps/app.xml" Id="R3e4e68aba9f44a85" /><Relationship Type="http://schemas.openxmlformats.org/officeDocument/2006/relationships/officeDocument" Target="/ppt/presentation.xml" Id="R7592982d35c6497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279a7186df24950"/>
  </p:sldMasterIdLst>
  <p:notesMasterIdLst>
    <p:notesMasterId xmlns:r="http://schemas.openxmlformats.org/officeDocument/2006/relationships" r:id="R784407c0e3824091"/>
  </p:notesMasterIdLst>
  <p:sldIdLst>
    <p:sldId xmlns:r="http://schemas.openxmlformats.org/officeDocument/2006/relationships" id="256" r:id="R347daefdebf543de"/>
    <p:sldId xmlns:r="http://schemas.openxmlformats.org/officeDocument/2006/relationships" id="257" r:id="R72a6caaf99614d5d"/>
    <p:sldId xmlns:r="http://schemas.openxmlformats.org/officeDocument/2006/relationships" id="258" r:id="Rc1dc81e41c714633"/>
    <p:sldId xmlns:r="http://schemas.openxmlformats.org/officeDocument/2006/relationships" id="259" r:id="Rb51b30d198fa4318"/>
    <p:sldId xmlns:r="http://schemas.openxmlformats.org/officeDocument/2006/relationships" id="260" r:id="Red42f45a915e4063"/>
    <p:sldId xmlns:r="http://schemas.openxmlformats.org/officeDocument/2006/relationships" id="261" r:id="R58ebfb56aa374993"/>
    <p:sldId xmlns:r="http://schemas.openxmlformats.org/officeDocument/2006/relationships" id="262" r:id="R536f2e89b8df47fc"/>
    <p:sldId xmlns:r="http://schemas.openxmlformats.org/officeDocument/2006/relationships" id="263" r:id="Rf60d17a396b64f89"/>
    <p:sldId xmlns:r="http://schemas.openxmlformats.org/officeDocument/2006/relationships" id="264" r:id="R312a0a90c6874420"/>
    <p:sldId xmlns:r="http://schemas.openxmlformats.org/officeDocument/2006/relationships" id="265" r:id="R34fbcddfd2f940bf"/>
    <p:sldId xmlns:r="http://schemas.openxmlformats.org/officeDocument/2006/relationships" id="266" r:id="R8fd97f87a011473d"/>
    <p:sldId xmlns:r="http://schemas.openxmlformats.org/officeDocument/2006/relationships" id="267" r:id="Rb167da66955b41fd"/>
    <p:sldId xmlns:r="http://schemas.openxmlformats.org/officeDocument/2006/relationships" id="268" r:id="R68e4f9642e664958"/>
    <p:sldId xmlns:r="http://schemas.openxmlformats.org/officeDocument/2006/relationships" id="269" r:id="Rc701dabdd86b4eef"/>
    <p:sldId xmlns:r="http://schemas.openxmlformats.org/officeDocument/2006/relationships" id="270" r:id="Rb7ef5231f50b4e3a"/>
    <p:sldId xmlns:r="http://schemas.openxmlformats.org/officeDocument/2006/relationships" id="271" r:id="R17614f075b314920"/>
    <p:sldId xmlns:r="http://schemas.openxmlformats.org/officeDocument/2006/relationships" id="272" r:id="Rb0ef0ce5e4f64e5c"/>
    <p:sldId xmlns:r="http://schemas.openxmlformats.org/officeDocument/2006/relationships" id="273" r:id="Rd3dde67cea964079"/>
    <p:sldId xmlns:r="http://schemas.openxmlformats.org/officeDocument/2006/relationships" id="274" r:id="R630ca11a1af64254"/>
    <p:sldId xmlns:r="http://schemas.openxmlformats.org/officeDocument/2006/relationships" id="275" r:id="Reccb9a8225de42a9"/>
    <p:sldId xmlns:r="http://schemas.openxmlformats.org/officeDocument/2006/relationships" id="276" r:id="R8d2dfc0e54394368"/>
    <p:sldId xmlns:r="http://schemas.openxmlformats.org/officeDocument/2006/relationships" id="277" r:id="Ra776e6895a164406"/>
    <p:sldId xmlns:r="http://schemas.openxmlformats.org/officeDocument/2006/relationships" id="278" r:id="R76e4a584c7a243a5"/>
    <p:sldId xmlns:r="http://schemas.openxmlformats.org/officeDocument/2006/relationships" id="279" r:id="Rc00f89c5a6f34b60"/>
    <p:sldId xmlns:r="http://schemas.openxmlformats.org/officeDocument/2006/relationships" id="280" r:id="Rbdd428c06c634b38"/>
    <p:sldId xmlns:r="http://schemas.openxmlformats.org/officeDocument/2006/relationships" id="281" r:id="R27d40659fddd4cb0"/>
    <p:sldId xmlns:r="http://schemas.openxmlformats.org/officeDocument/2006/relationships" id="282" r:id="Rbbd1ca2e025a4662"/>
    <p:sldId xmlns:r="http://schemas.openxmlformats.org/officeDocument/2006/relationships" id="283" r:id="R7d52165e2c414c87"/>
    <p:sldId xmlns:r="http://schemas.openxmlformats.org/officeDocument/2006/relationships" id="284" r:id="R68f128b31e3a4f39"/>
    <p:sldId xmlns:r="http://schemas.openxmlformats.org/officeDocument/2006/relationships" id="285" r:id="Rd3f74462bc4d47cc"/>
    <p:sldId xmlns:r="http://schemas.openxmlformats.org/officeDocument/2006/relationships" id="286" r:id="R6a897dead9064c93"/>
  </p:sldIdLst>
  <p:sldSz cx="12192000" cy="6858000"/>
  <p:notesSz cx="6858000" cy="9144000"/>
  <p:embeddedFontLst>
    <p:embeddedFont>
      <p:font typeface="Play"/>
      <p:regular xmlns:r="http://schemas.openxmlformats.org/officeDocument/2006/relationships" r:id="R3c086c1d4a334846"/>
      <p:bold xmlns:r="http://schemas.openxmlformats.org/officeDocument/2006/relationships" r:id="R19c1bb8220e7490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b34ba98ae24642" /><Relationship Type="http://schemas.openxmlformats.org/officeDocument/2006/relationships/slideMaster" Target="/ppt/slideMasters/slideMaster1.xml" Id="R2279a7186df24950" /><Relationship Type="http://schemas.openxmlformats.org/officeDocument/2006/relationships/notesMaster" Target="/ppt/notesMasters/notesMaster1.xml" Id="R784407c0e3824091" /><Relationship Type="http://schemas.openxmlformats.org/officeDocument/2006/relationships/presProps" Target="/ppt/presProps.xml" Id="R7a0661eef6a04ecb" /><Relationship Type="http://schemas.openxmlformats.org/officeDocument/2006/relationships/tableStyles" Target="/ppt/tableStyles.xml" Id="R45b03f35827940db" /><Relationship Type="http://schemas.openxmlformats.org/officeDocument/2006/relationships/font" Target="/ppt/fonts/font.dat" Id="R3c086c1d4a334846" /><Relationship Type="http://schemas.openxmlformats.org/officeDocument/2006/relationships/font" Target="/ppt/fonts/font2.dat" Id="R19c1bb8220e7490c" /><Relationship Type="http://schemas.openxmlformats.org/officeDocument/2006/relationships/slide" Target="/ppt/slides/slide1.xml" Id="R347daefdebf543de" /><Relationship Type="http://schemas.openxmlformats.org/officeDocument/2006/relationships/slide" Target="/ppt/slides/slide2.xml" Id="R72a6caaf99614d5d" /><Relationship Type="http://schemas.openxmlformats.org/officeDocument/2006/relationships/slide" Target="/ppt/slides/slide3.xml" Id="Rc1dc81e41c714633" /><Relationship Type="http://schemas.openxmlformats.org/officeDocument/2006/relationships/slide" Target="/ppt/slides/slide4.xml" Id="Rb51b30d198fa4318" /><Relationship Type="http://schemas.openxmlformats.org/officeDocument/2006/relationships/slide" Target="/ppt/slides/slide5.xml" Id="Red42f45a915e4063" /><Relationship Type="http://schemas.openxmlformats.org/officeDocument/2006/relationships/slide" Target="/ppt/slides/slide6.xml" Id="R58ebfb56aa374993" /><Relationship Type="http://schemas.openxmlformats.org/officeDocument/2006/relationships/slide" Target="/ppt/slides/slide7.xml" Id="R536f2e89b8df47fc" /><Relationship Type="http://schemas.openxmlformats.org/officeDocument/2006/relationships/slide" Target="/ppt/slides/slide8.xml" Id="Rf60d17a396b64f89" /><Relationship Type="http://schemas.openxmlformats.org/officeDocument/2006/relationships/slide" Target="/ppt/slides/slide9.xml" Id="R312a0a90c6874420" /><Relationship Type="http://schemas.openxmlformats.org/officeDocument/2006/relationships/slide" Target="/ppt/slides/slide10.xml" Id="R34fbcddfd2f940bf" /><Relationship Type="http://schemas.openxmlformats.org/officeDocument/2006/relationships/slide" Target="/ppt/slides/slide11.xml" Id="R8fd97f87a011473d" /><Relationship Type="http://schemas.openxmlformats.org/officeDocument/2006/relationships/slide" Target="/ppt/slides/slide12.xml" Id="Rb167da66955b41fd" /><Relationship Type="http://schemas.openxmlformats.org/officeDocument/2006/relationships/slide" Target="/ppt/slides/slide13.xml" Id="R68e4f9642e664958" /><Relationship Type="http://schemas.openxmlformats.org/officeDocument/2006/relationships/slide" Target="/ppt/slides/slide14.xml" Id="Rc701dabdd86b4eef" /><Relationship Type="http://schemas.openxmlformats.org/officeDocument/2006/relationships/slide" Target="/ppt/slides/slide15.xml" Id="Rb7ef5231f50b4e3a" /><Relationship Type="http://schemas.openxmlformats.org/officeDocument/2006/relationships/slide" Target="/ppt/slides/slide16.xml" Id="R17614f075b314920" /><Relationship Type="http://schemas.openxmlformats.org/officeDocument/2006/relationships/slide" Target="/ppt/slides/slide17.xml" Id="Rb0ef0ce5e4f64e5c" /><Relationship Type="http://schemas.openxmlformats.org/officeDocument/2006/relationships/slide" Target="/ppt/slides/slide18.xml" Id="Rd3dde67cea964079" /><Relationship Type="http://schemas.openxmlformats.org/officeDocument/2006/relationships/slide" Target="/ppt/slides/slide19.xml" Id="R630ca11a1af64254" /><Relationship Type="http://schemas.openxmlformats.org/officeDocument/2006/relationships/slide" Target="/ppt/slides/slide20.xml" Id="Reccb9a8225de42a9" /><Relationship Type="http://schemas.openxmlformats.org/officeDocument/2006/relationships/slide" Target="/ppt/slides/slide21.xml" Id="R8d2dfc0e54394368" /><Relationship Type="http://schemas.openxmlformats.org/officeDocument/2006/relationships/slide" Target="/ppt/slides/slide22.xml" Id="Ra776e6895a164406" /><Relationship Type="http://schemas.openxmlformats.org/officeDocument/2006/relationships/slide" Target="/ppt/slides/slide23.xml" Id="R76e4a584c7a243a5" /><Relationship Type="http://schemas.openxmlformats.org/officeDocument/2006/relationships/slide" Target="/ppt/slides/slide24.xml" Id="Rc00f89c5a6f34b60" /><Relationship Type="http://schemas.openxmlformats.org/officeDocument/2006/relationships/slide" Target="/ppt/slides/slide25.xml" Id="Rbdd428c06c634b38" /><Relationship Type="http://schemas.openxmlformats.org/officeDocument/2006/relationships/slide" Target="/ppt/slides/slide26.xml" Id="R27d40659fddd4cb0" /><Relationship Type="http://schemas.openxmlformats.org/officeDocument/2006/relationships/slide" Target="/ppt/slides/slide27.xml" Id="Rbbd1ca2e025a4662" /><Relationship Type="http://schemas.openxmlformats.org/officeDocument/2006/relationships/slide" Target="/ppt/slides/slide28.xml" Id="R7d52165e2c414c87" /><Relationship Type="http://schemas.openxmlformats.org/officeDocument/2006/relationships/slide" Target="/ppt/slides/slide29.xml" Id="R68f128b31e3a4f39" /><Relationship Type="http://schemas.openxmlformats.org/officeDocument/2006/relationships/slide" Target="/ppt/slides/slide30.xml" Id="Rd3f74462bc4d47cc" /><Relationship Type="http://schemas.openxmlformats.org/officeDocument/2006/relationships/slide" Target="/ppt/slides/slide31.xml" Id="R6a897dead9064c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65a1d45ff040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4fa224b59a4e58" /><Relationship Type="http://schemas.openxmlformats.org/officeDocument/2006/relationships/notesMaster" Target="/ppt/notesMasters/notesMaster1.xml" Id="Rc3d5247f0b0440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cff47be0124301" /><Relationship Type="http://schemas.openxmlformats.org/officeDocument/2006/relationships/notesMaster" Target="/ppt/notesMasters/notesMaster1.xml" Id="R98ac9c48d9644c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8c2eebc08e4a39" /><Relationship Type="http://schemas.openxmlformats.org/officeDocument/2006/relationships/notesMaster" Target="/ppt/notesMasters/notesMaster1.xml" Id="Rd2893b38dba34a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1f931feece415e" /><Relationship Type="http://schemas.openxmlformats.org/officeDocument/2006/relationships/notesMaster" Target="/ppt/notesMasters/notesMaster1.xml" Id="Rb827d4c6db2445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517839ba644d46" /><Relationship Type="http://schemas.openxmlformats.org/officeDocument/2006/relationships/notesMaster" Target="/ppt/notesMasters/notesMaster1.xml" Id="Rcdbf0da0dc7d44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c88728c1094af4" /><Relationship Type="http://schemas.openxmlformats.org/officeDocument/2006/relationships/notesMaster" Target="/ppt/notesMasters/notesMaster1.xml" Id="R765d6d061f3347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80ae001704489e" /><Relationship Type="http://schemas.openxmlformats.org/officeDocument/2006/relationships/notesMaster" Target="/ppt/notesMasters/notesMaster1.xml" Id="Rc139c2d6d7754a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efaedd421e41e2" /><Relationship Type="http://schemas.openxmlformats.org/officeDocument/2006/relationships/notesMaster" Target="/ppt/notesMasters/notesMaster1.xml" Id="R1c763bb7614249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a1ad6b547f4a5a" /><Relationship Type="http://schemas.openxmlformats.org/officeDocument/2006/relationships/notesMaster" Target="/ppt/notesMasters/notesMaster1.xml" Id="Rfbb1ba2f88d547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c1d7c82fdb435f" /><Relationship Type="http://schemas.openxmlformats.org/officeDocument/2006/relationships/notesMaster" Target="/ppt/notesMasters/notesMaster1.xml" Id="Rf9fa0598f36245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8d25a26a564866" /><Relationship Type="http://schemas.openxmlformats.org/officeDocument/2006/relationships/notesMaster" Target="/ppt/notesMasters/notesMaster1.xml" Id="Re507cbe66a0d42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23276c5c35469c" /><Relationship Type="http://schemas.openxmlformats.org/officeDocument/2006/relationships/notesMaster" Target="/ppt/notesMasters/notesMaster1.xml" Id="R1c5809bd205846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a8a3a347d84ab8" /><Relationship Type="http://schemas.openxmlformats.org/officeDocument/2006/relationships/notesMaster" Target="/ppt/notesMasters/notesMaster1.xml" Id="R494e5e78863f42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14924b0c6d74e2d" /><Relationship Type="http://schemas.openxmlformats.org/officeDocument/2006/relationships/notesMaster" Target="/ppt/notesMasters/notesMaster1.xml" Id="R7e2536bf9c5f41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0458d430074af6" /><Relationship Type="http://schemas.openxmlformats.org/officeDocument/2006/relationships/notesMaster" Target="/ppt/notesMasters/notesMaster1.xml" Id="R01b5b19fef2e4c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6d57bd4dcb0484e" /><Relationship Type="http://schemas.openxmlformats.org/officeDocument/2006/relationships/notesMaster" Target="/ppt/notesMasters/notesMaster1.xml" Id="R171dcec3866c461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920c075b8b4c1f" /><Relationship Type="http://schemas.openxmlformats.org/officeDocument/2006/relationships/notesMaster" Target="/ppt/notesMasters/notesMaster1.xml" Id="Reb912ec78e55443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df13c00f644b99" /><Relationship Type="http://schemas.openxmlformats.org/officeDocument/2006/relationships/notesMaster" Target="/ppt/notesMasters/notesMaster1.xml" Id="Rd4c35d6f65e045f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f87cdb98c8b4cc3" /><Relationship Type="http://schemas.openxmlformats.org/officeDocument/2006/relationships/notesMaster" Target="/ppt/notesMasters/notesMaster1.xml" Id="Rb990b6042c9c4f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8c537c9a7b43da" /><Relationship Type="http://schemas.openxmlformats.org/officeDocument/2006/relationships/notesMaster" Target="/ppt/notesMasters/notesMaster1.xml" Id="R77652db2dbaf435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d7b91e9bd947a4" /><Relationship Type="http://schemas.openxmlformats.org/officeDocument/2006/relationships/notesMaster" Target="/ppt/notesMasters/notesMaster1.xml" Id="Rde60c39483294e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cf1e55a44a24843" /><Relationship Type="http://schemas.openxmlformats.org/officeDocument/2006/relationships/notesMaster" Target="/ppt/notesMasters/notesMaster1.xml" Id="R08019df283ce43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7621c6aaa8644f4" /><Relationship Type="http://schemas.openxmlformats.org/officeDocument/2006/relationships/notesMaster" Target="/ppt/notesMasters/notesMaster1.xml" Id="R3de3dc5dc7e0425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1c35a70c4404830" /><Relationship Type="http://schemas.openxmlformats.org/officeDocument/2006/relationships/notesMaster" Target="/ppt/notesMasters/notesMaster1.xml" Id="Rc9cf8af607394a2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642e214cdb402f" /><Relationship Type="http://schemas.openxmlformats.org/officeDocument/2006/relationships/notesMaster" Target="/ppt/notesMasters/notesMaster1.xml" Id="R28d9fe2e9b1d478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5a54c4c1ba4c05" /><Relationship Type="http://schemas.openxmlformats.org/officeDocument/2006/relationships/notesMaster" Target="/ppt/notesMasters/notesMaster1.xml" Id="R100e797c0fe448f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4ac460dda114818" /><Relationship Type="http://schemas.openxmlformats.org/officeDocument/2006/relationships/notesMaster" Target="/ppt/notesMasters/notesMaster1.xml" Id="Re2efd0baa18a44f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5cb8594d8e40a5" /><Relationship Type="http://schemas.openxmlformats.org/officeDocument/2006/relationships/notesMaster" Target="/ppt/notesMasters/notesMaster1.xml" Id="R734a5d9702cc4f4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50b9785d3244181" /><Relationship Type="http://schemas.openxmlformats.org/officeDocument/2006/relationships/notesMaster" Target="/ppt/notesMasters/notesMaster1.xml" Id="R33dad8c164da466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ad6df03b7f74025" /><Relationship Type="http://schemas.openxmlformats.org/officeDocument/2006/relationships/notesMaster" Target="/ppt/notesMasters/notesMaster1.xml" Id="R2e2477b9c9cd421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66c8d122b584120" /><Relationship Type="http://schemas.openxmlformats.org/officeDocument/2006/relationships/notesMaster" Target="/ppt/notesMasters/notesMaster1.xml" Id="R04a140ec9e404a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  <a:p xmlns:a="http://schemas.openxmlformats.org/drawingml/2006/main">
            <a:r>
              <a:t>
[Sources]
- results/b7_full_layout/b7_2_cnn_gpu_summary.json; measured 2026-08-20; Tesla T4; B9 unopened.
- results/b7_full_layout/b7_2_klayout_competitiveness_summary.json; measured 2026-08-20; one warm-up and five KLayout repetitions.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  <a:p xmlns:a="http://schemas.openxmlformats.org/drawingml/2006/main">
            <a:r>
              <a:t>
[Sources]
- results/b7_full_layout/b7_2_cnn_gpu_summary.json; measured 2026-08-20; Tesla T4; B9 unopened.
- results/b7_full_layout/b7_2_klayout_competitiveness_summary.json; measured 2026-08-20; one warm-up and five KLayout repetitions.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r>
              <a:t>
[Sources]
- results/b7_full_layout/b7_2_cnn_gpu_summary.json; measured 2026-08-20; Tesla T4; B9 unopened.
- results/b7_full_layout/b7_2_klayout_competitiveness_summary.json; measured 2026-08-20; one warm-up and five KLayout repetitions.
[/Sources]
[Sources]
- B8_ACTIONABILITY_PROTOCOL.md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results/b6_multitask_unet/summary.json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  <a:p xmlns:a="http://schemas.openxmlformats.org/drawingml/2006/main">
            <a:r>
              <a:t>
[Sources]
- results/b7_full_layout/b7_2_cnn_gpu_summary.json; measured 2026-08-20; Tesla T4; B9 unopened.
- results/b7_full_layout/b7_2_klayout_competitiveness_summary.json; measured 2026-08-20; one warm-up and five KLayout repetitions.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  <a:p xmlns:a="http://schemas.openxmlformats.org/drawingml/2006/main">
            <a:r>
              <a:t>
[Sources]
- results/b7_full_layout/b7_2_cnn_gpu_summary.json; measured 2026-08-20; Tesla T4; B9 unopened.
- results/b7_full_layout/b7_2_klayout_competitiveness_summary.json; measured 2026-08-20; one warm-up and five KLayout repetitions.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results/b7_full_layout/b7_2_cnn_gpu_summary.json; measured 2026-08-20; Tesla T4; B9 unopened.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results/b7_full_layout/b7_2_klayout_competitiveness_summary.json; measured 2026-08-20; one warm-up and five KLayout repetitions.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B8_ACTIONABILITY_PROTOCOL.md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https://openroad-flow-scripts.readthedocs.io/en/latest/user/InstructionsForAutoTuner.html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35ebbbe7be4de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a804c2f6c41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1d9c1d37db436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2eb07e81e43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262e6f58684b7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b78808cb15426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298b9ee4a45e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62184ca50a486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89ef12bce4ba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753a71cbaa422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243c78394f4219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7598245a3f4843" /><Relationship Type="http://schemas.openxmlformats.org/officeDocument/2006/relationships/slideLayout" Target="/ppt/slideLayouts/slideLayout1.xml" Id="R3fcd7575176b4e97" /><Relationship Type="http://schemas.openxmlformats.org/officeDocument/2006/relationships/slideLayout" Target="/ppt/slideLayouts/slideLayout2.xml" Id="R15bc5bd81c3b46f5" /><Relationship Type="http://schemas.openxmlformats.org/officeDocument/2006/relationships/slideLayout" Target="/ppt/slideLayouts/slideLayout3.xml" Id="Rde4199f0f0cc4d05" /><Relationship Type="http://schemas.openxmlformats.org/officeDocument/2006/relationships/slideLayout" Target="/ppt/slideLayouts/slideLayout4.xml" Id="R391a590ca55d4a74" /><Relationship Type="http://schemas.openxmlformats.org/officeDocument/2006/relationships/slideLayout" Target="/ppt/slideLayouts/slideLayout5.xml" Id="Rb5c15d4b66c846e1" /><Relationship Type="http://schemas.openxmlformats.org/officeDocument/2006/relationships/slideLayout" Target="/ppt/slideLayouts/slideLayout6.xml" Id="Rff16767d2faf429b" /><Relationship Type="http://schemas.openxmlformats.org/officeDocument/2006/relationships/slideLayout" Target="/ppt/slideLayouts/slideLayout7.xml" Id="Rdca65dbabe6e4514" /><Relationship Type="http://schemas.openxmlformats.org/officeDocument/2006/relationships/slideLayout" Target="/ppt/slideLayouts/slideLayout8.xml" Id="Rb08f3887caac4e47" /><Relationship Type="http://schemas.openxmlformats.org/officeDocument/2006/relationships/slideLayout" Target="/ppt/slideLayouts/slideLayout9.xml" Id="R429de0c891fe4810" /><Relationship Type="http://schemas.openxmlformats.org/officeDocument/2006/relationships/slideLayout" Target="/ppt/slideLayouts/slideLayout10.xml" Id="R32b4e193f42a44f6" /><Relationship Type="http://schemas.openxmlformats.org/officeDocument/2006/relationships/slideLayout" Target="/ppt/slideLayouts/slideLayout11.xml" Id="Rf26b88f1a827405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cd7575176b4e97"/>
    <p:sldLayoutId xmlns:r="http://schemas.openxmlformats.org/officeDocument/2006/relationships" id="2147483650" r:id="R15bc5bd81c3b46f5"/>
    <p:sldLayoutId xmlns:r="http://schemas.openxmlformats.org/officeDocument/2006/relationships" id="2147483651" r:id="Rde4199f0f0cc4d05"/>
    <p:sldLayoutId xmlns:r="http://schemas.openxmlformats.org/officeDocument/2006/relationships" id="2147483652" r:id="R391a590ca55d4a74"/>
    <p:sldLayoutId xmlns:r="http://schemas.openxmlformats.org/officeDocument/2006/relationships" id="2147483653" r:id="Rb5c15d4b66c846e1"/>
    <p:sldLayoutId xmlns:r="http://schemas.openxmlformats.org/officeDocument/2006/relationships" id="2147483654" r:id="Rff16767d2faf429b"/>
    <p:sldLayoutId xmlns:r="http://schemas.openxmlformats.org/officeDocument/2006/relationships" id="2147483655" r:id="Rdca65dbabe6e4514"/>
    <p:sldLayoutId xmlns:r="http://schemas.openxmlformats.org/officeDocument/2006/relationships" id="2147483656" r:id="Rb08f3887caac4e47"/>
    <p:sldLayoutId xmlns:r="http://schemas.openxmlformats.org/officeDocument/2006/relationships" id="2147483657" r:id="R429de0c891fe4810"/>
    <p:sldLayoutId xmlns:r="http://schemas.openxmlformats.org/officeDocument/2006/relationships" id="2147483658" r:id="R32b4e193f42a44f6"/>
    <p:sldLayoutId xmlns:r="http://schemas.openxmlformats.org/officeDocument/2006/relationships" id="2147483659" r:id="Rf26b88f1a8274053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0ce0dc211493c" /><Relationship Type="http://schemas.openxmlformats.org/officeDocument/2006/relationships/notesSlide" Target="/ppt/notesSlides/notesSlide1.xml" Id="R73d50c0b7a6c47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449928077f443f" /><Relationship Type="http://schemas.openxmlformats.org/officeDocument/2006/relationships/notesSlide" Target="/ppt/notesSlides/notesSlide2.xml" Id="R80b48282cb8544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ccdfcfa0e84326" /><Relationship Type="http://schemas.openxmlformats.org/officeDocument/2006/relationships/image" Target="/ppt/media/image.png" Id="Ra54efb7df0144ad4" /><Relationship Type="http://schemas.openxmlformats.org/officeDocument/2006/relationships/image" Target="/ppt/media/image2.png" Id="Rd6d032509cd6484f" /><Relationship Type="http://schemas.openxmlformats.org/officeDocument/2006/relationships/image" Target="/ppt/media/image3.png" Id="R9c5463fd541348bf" /><Relationship Type="http://schemas.openxmlformats.org/officeDocument/2006/relationships/notesSlide" Target="/ppt/notesSlides/notesSlide3.xml" Id="Rd04e19087e7143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9f58ebdfdb4c2b" /><Relationship Type="http://schemas.openxmlformats.org/officeDocument/2006/relationships/notesSlide" Target="/ppt/notesSlides/notesSlide4.xml" Id="R20392fe2ceb146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1f027f68324738" /><Relationship Type="http://schemas.openxmlformats.org/officeDocument/2006/relationships/image" Target="/ppt/media/image4.png" Id="Rc2d29d280dd940be" /><Relationship Type="http://schemas.openxmlformats.org/officeDocument/2006/relationships/image" Target="/ppt/media/image5.png" Id="R91538222dbc34f53" /><Relationship Type="http://schemas.openxmlformats.org/officeDocument/2006/relationships/image" Target="/ppt/media/image6.png" Id="R1c718f53ce7f4839" /><Relationship Type="http://schemas.openxmlformats.org/officeDocument/2006/relationships/image" Target="/ppt/media/image7.png" Id="R0b1af58e2fd54a0f" /><Relationship Type="http://schemas.openxmlformats.org/officeDocument/2006/relationships/image" Target="/ppt/media/image8.png" Id="R8e2a439892534de6" /><Relationship Type="http://schemas.openxmlformats.org/officeDocument/2006/relationships/image" Target="/ppt/media/image9.png" Id="Rbf3a3a495c3f4def" /><Relationship Type="http://schemas.openxmlformats.org/officeDocument/2006/relationships/image" Target="/ppt/media/image10.png" Id="R4325f400acb84301" /><Relationship Type="http://schemas.openxmlformats.org/officeDocument/2006/relationships/image" Target="/ppt/media/image11.png" Id="Rbff0af5e907e40e5" /><Relationship Type="http://schemas.openxmlformats.org/officeDocument/2006/relationships/notesSlide" Target="/ppt/notesSlides/notesSlide5.xml" Id="R9a78c72b57c947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6088114b034caf" /><Relationship Type="http://schemas.openxmlformats.org/officeDocument/2006/relationships/image" Target="/ppt/media/image12.png" Id="R4031a9b769ba41d9" /><Relationship Type="http://schemas.openxmlformats.org/officeDocument/2006/relationships/image" Target="/ppt/media/image13.png" Id="R43f8fbc6d35e43dd" /><Relationship Type="http://schemas.openxmlformats.org/officeDocument/2006/relationships/notesSlide" Target="/ppt/notesSlides/notesSlide6.xml" Id="R882a635f883d4f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dd945cb7d54216" /><Relationship Type="http://schemas.openxmlformats.org/officeDocument/2006/relationships/image" Target="/ppt/media/image14.png" Id="Rd9dbe3d2b47140b6" /><Relationship Type="http://schemas.openxmlformats.org/officeDocument/2006/relationships/image" Target="/ppt/media/image15.png" Id="R79a641dc97b14bd8" /><Relationship Type="http://schemas.openxmlformats.org/officeDocument/2006/relationships/image" Target="/ppt/media/image16.png" Id="R1278364a63194f65" /><Relationship Type="http://schemas.openxmlformats.org/officeDocument/2006/relationships/notesSlide" Target="/ppt/notesSlides/notesSlide7.xml" Id="R0d259494382b47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720f84f78a4b9e" /><Relationship Type="http://schemas.openxmlformats.org/officeDocument/2006/relationships/notesSlide" Target="/ppt/notesSlides/notesSlide8.xml" Id="R0f204ceb457045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d946cdf82bb47aa" /><Relationship Type="http://schemas.openxmlformats.org/officeDocument/2006/relationships/notesSlide" Target="/ppt/notesSlides/notesSlide9.xml" Id="R342f9ff4ca4d47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c64ea246d164a68" /><Relationship Type="http://schemas.openxmlformats.org/officeDocument/2006/relationships/notesSlide" Target="/ppt/notesSlides/notesSlide10.xml" Id="R484b38763af849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c27cf8b037a44ee" /><Relationship Type="http://schemas.openxmlformats.org/officeDocument/2006/relationships/notesSlide" Target="/ppt/notesSlides/notesSlide11.xml" Id="Rad2f6f52cb4447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7a24f58ea24e3d" /><Relationship Type="http://schemas.openxmlformats.org/officeDocument/2006/relationships/notesSlide" Target="/ppt/notesSlides/notesSlide12.xml" Id="R3f43dcedc03346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14469b4bad743c0" /><Relationship Type="http://schemas.openxmlformats.org/officeDocument/2006/relationships/notesSlide" Target="/ppt/notesSlides/notesSlide13.xml" Id="Refcb5705c9d249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a01b6a645324937" /><Relationship Type="http://schemas.openxmlformats.org/officeDocument/2006/relationships/notesSlide" Target="/ppt/notesSlides/notesSlide14.xml" Id="R0476df1725914f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8af2cd2ae3f473e" /><Relationship Type="http://schemas.openxmlformats.org/officeDocument/2006/relationships/notesSlide" Target="/ppt/notesSlides/notesSlide15.xml" Id="R8c77960a21d843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2be5d238b44089" /><Relationship Type="http://schemas.openxmlformats.org/officeDocument/2006/relationships/notesSlide" Target="/ppt/notesSlides/notesSlide16.xml" Id="R69450fc8399a444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546feb86bc449d7" /><Relationship Type="http://schemas.openxmlformats.org/officeDocument/2006/relationships/notesSlide" Target="/ppt/notesSlides/notesSlide17.xml" Id="R2327f6f2afdb42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4251cd03ad4857" /><Relationship Type="http://schemas.openxmlformats.org/officeDocument/2006/relationships/image" Target="/ppt/media/image12.png" Id="Rb9979de1c53f4d30" /><Relationship Type="http://schemas.openxmlformats.org/officeDocument/2006/relationships/image" Target="/ppt/media/image13.png" Id="Rd47bc28fac0f4a6a" /><Relationship Type="http://schemas.openxmlformats.org/officeDocument/2006/relationships/notesSlide" Target="/ppt/notesSlides/notesSlide18.xml" Id="Rd2b0e91962e849e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f6a7b1d214c5d" /><Relationship Type="http://schemas.openxmlformats.org/officeDocument/2006/relationships/notesSlide" Target="/ppt/notesSlides/notesSlide19.xml" Id="R1abd2ee4363d49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2f15e220d0841f2" /><Relationship Type="http://schemas.openxmlformats.org/officeDocument/2006/relationships/notesSlide" Target="/ppt/notesSlides/notesSlide20.xml" Id="Reafb3111993e4eb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bef266efd44a71" /><Relationship Type="http://schemas.openxmlformats.org/officeDocument/2006/relationships/notesSlide" Target="/ppt/notesSlides/notesSlide21.xml" Id="R8b607aae74cb4ed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f67afcbffe74752" /><Relationship Type="http://schemas.openxmlformats.org/officeDocument/2006/relationships/notesSlide" Target="/ppt/notesSlides/notesSlide22.xml" Id="R191a0aa348c44b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cf1bb33833c4c11" /><Relationship Type="http://schemas.openxmlformats.org/officeDocument/2006/relationships/notesSlide" Target="/ppt/notesSlides/notesSlide23.xml" Id="R7197d0c4eba141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a23d855c7b14cf6" /><Relationship Type="http://schemas.openxmlformats.org/officeDocument/2006/relationships/notesSlide" Target="/ppt/notesSlides/notesSlide24.xml" Id="R4873153c9ff2449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3281f35d12c439b" /><Relationship Type="http://schemas.openxmlformats.org/officeDocument/2006/relationships/notesSlide" Target="/ppt/notesSlides/notesSlide25.xml" Id="R6923abd0a59845d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5846e196dfd41fd" /><Relationship Type="http://schemas.openxmlformats.org/officeDocument/2006/relationships/notesSlide" Target="/ppt/notesSlides/notesSlide26.xml" Id="R60deb695defc46b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becae4bf35a424b" /><Relationship Type="http://schemas.openxmlformats.org/officeDocument/2006/relationships/notesSlide" Target="/ppt/notesSlides/notesSlide27.xml" Id="R4ea257c1eeb44f0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dcc2f0f1de940e4" /><Relationship Type="http://schemas.openxmlformats.org/officeDocument/2006/relationships/notesSlide" Target="/ppt/notesSlides/notesSlide28.xml" Id="R15214d69ed01475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6dbc963a05c4f17" /><Relationship Type="http://schemas.openxmlformats.org/officeDocument/2006/relationships/notesSlide" Target="/ppt/notesSlides/notesSlide29.xml" Id="Ra665e62d624e46b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8c8924b24524631" /><Relationship Type="http://schemas.openxmlformats.org/officeDocument/2006/relationships/notesSlide" Target="/ppt/notesSlides/notesSlide30.xml" Id="Rd1044bebc82a447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e1bafc40a264639" /><Relationship Type="http://schemas.openxmlformats.org/officeDocument/2006/relationships/notesSlide" Target="/ppt/notesSlides/notesSlide31.xml" Id="R8505dccd7075449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B0–B7.2 complete · B8.0 actionability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4efb7df0144ad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d032509cd648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5463fd541348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1159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c2d29d280dd940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1160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538222dbc34f5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1161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718f53ce7f483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67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538222dbc34f5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1168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169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1170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1af58e2fd54a0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1175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2a439892534de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6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3a3a495c3f4de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1178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25f400acb843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9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f0af5e907e40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1182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3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4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5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6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7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8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89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0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1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2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3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4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95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4031a9b769ba41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f8fbc6d35e43d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dbe3d2b47140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a641dc97b14bd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78364a63194f6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B0–B7.2 complete · B8.0 actionability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Cross-design OpenROAD action selection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after the KLayout audit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B1–B6  Baselines + localization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B7.1  Internal full-layout policy — accepted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B7.2  KLayout audit — detector rejected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B8.0  Actionability pilot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B8.1  20+ family trajectory dataset — gated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B8.2–B8.3  Controller + AutoTuner comparison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Sealed final holdout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B7.2: KLayout was 162×–256× faster; CNN recall stayed near 95%. Detector tuning is closed.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Frozen classifier baseline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gain failed confirmation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model failed frozen test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89.36%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0.904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−0.005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B5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Closed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Ensemble + failure audit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90.47%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0.912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+0.003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B6.2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Multi-task localization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95.51%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0.957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+0.015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B7.2 rejects the accelerator; B8.0 now tests whether OpenROAD actions create learnable design-specific headroom.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b9979de1c53f4d3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7bc28fac0f4a6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compact model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Validation F1: 93.61%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14.3× fewer parameters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ONNX: 172 KB vs. 2.41 MB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89.36%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91.36%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B4;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ensemble passes validation gate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Selected F1: 93.87%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Selected recall: 92.21%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beat B4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Blend: 25% B2 / 75% B4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B4-only correct: 110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B2-only correct: 68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only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gains, but recall gate fails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90.47%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91.25%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93.39%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94.70%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94.08%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92.07%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ensemble; keep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B5.2: audit closes classifier-only tuning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B4 led unseen validation in every seed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dirty advantage: tile-random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Joint disagreement gate failed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stable ensemble mechanism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10 replicated density slices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were clean-sample effects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Density bin changed by protocol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B5.3;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B6.1: exact localization data is ready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exact KLayout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unique owners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8,021 dirty + 8,021 clean tiles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1600 nm input + 160 nm halo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1280 nm gap-free owned output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200×200 image + 160×160 mask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7 visual-audit categories passed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B6.2 passes every development gate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Classification improves vs. B2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95.51% (+1.50)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98.86% (+2.67)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95.66% (+1.51)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Same B6 tiles · 3 seeds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Localization passes; precision next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Mask Dice: 86.32%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F1: 84.23%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Vector-owner recall: 87.19%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recall 99.36%; precision 73.12%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B7.1 passes all full-layout gates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Validation-only policy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Classification threshold: 0.92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Segmentation threshold: 0.40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Minimum area: 16 px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Merge gap: 2 px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Development confirmation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Violation recall: 95.51%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Candidate precision: 81.44%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Component F1: 87.92%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Exact-pair precision: 100%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B7.2 rejects the CNN as an accelerator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Validation batch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CNN total: 4,693.87 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KLayout median: 18.35 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KLayout faster: 255.85×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recall: 95.33%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Development confirmation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CNN total: 1,392.87 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KLayout median: 8.59 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KLayout faster: 162.21×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recall: 95.51%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B8.0 must prove there is an ML problem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Frozen pilot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 Sky130HD design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action configurations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 paired seeds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126 full flows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Continue only if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Actions materially change outcomes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Winners differ by design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Oracle beats the best fixed action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Signal survives seeds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Pre-action features predict rank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Novelty: one cross-design recommendation versus per-design AutoTuner search at the same full-flow budget.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2026-08-21T09:30:49.7230000Z</dcterms:created>
  <dcterms:modified xsi:type="dcterms:W3CDTF">2026-08-21T09:30:49.7230000Z</dcterms:modified>
</coreProperties>
</file>