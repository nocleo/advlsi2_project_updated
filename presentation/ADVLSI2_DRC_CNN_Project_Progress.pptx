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8dd13dab4c4297" /><Relationship Type="http://schemas.openxmlformats.org/officeDocument/2006/relationships/extended-properties" Target="/docProps/app.xml" Id="R4619a8af8b734415" /><Relationship Type="http://schemas.openxmlformats.org/officeDocument/2006/relationships/officeDocument" Target="/ppt/presentation.xml" Id="R408753b5048048c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3b6c6f81a9849ff"/>
  </p:sldMasterIdLst>
  <p:notesMasterIdLst>
    <p:notesMasterId xmlns:r="http://schemas.openxmlformats.org/officeDocument/2006/relationships" r:id="R2cd442149d654b5d"/>
  </p:notesMasterIdLst>
  <p:sldIdLst>
    <p:sldId xmlns:r="http://schemas.openxmlformats.org/officeDocument/2006/relationships" id="256" r:id="R2957f3ff9d954b11"/>
    <p:sldId xmlns:r="http://schemas.openxmlformats.org/officeDocument/2006/relationships" id="257" r:id="Re5da6d9fa8274090"/>
    <p:sldId xmlns:r="http://schemas.openxmlformats.org/officeDocument/2006/relationships" id="258" r:id="R4159b511771b42fc"/>
    <p:sldId xmlns:r="http://schemas.openxmlformats.org/officeDocument/2006/relationships" id="259" r:id="Rf146408492644150"/>
    <p:sldId xmlns:r="http://schemas.openxmlformats.org/officeDocument/2006/relationships" id="260" r:id="R34f5dfb7b8054f8d"/>
    <p:sldId xmlns:r="http://schemas.openxmlformats.org/officeDocument/2006/relationships" id="261" r:id="R36e6fcda461b42bb"/>
    <p:sldId xmlns:r="http://schemas.openxmlformats.org/officeDocument/2006/relationships" id="262" r:id="R4aebf4ced3d44aef"/>
    <p:sldId xmlns:r="http://schemas.openxmlformats.org/officeDocument/2006/relationships" id="263" r:id="Re9c905759eaa4d5d"/>
    <p:sldId xmlns:r="http://schemas.openxmlformats.org/officeDocument/2006/relationships" id="264" r:id="R8d950922e0454e0a"/>
    <p:sldId xmlns:r="http://schemas.openxmlformats.org/officeDocument/2006/relationships" id="265" r:id="Rf349748e18284e28"/>
    <p:sldId xmlns:r="http://schemas.openxmlformats.org/officeDocument/2006/relationships" id="266" r:id="R6a94b6ae26274a7a"/>
    <p:sldId xmlns:r="http://schemas.openxmlformats.org/officeDocument/2006/relationships" id="267" r:id="R624a43d907db4e46"/>
    <p:sldId xmlns:r="http://schemas.openxmlformats.org/officeDocument/2006/relationships" id="268" r:id="Rdb6ebf71b3db423c"/>
    <p:sldId xmlns:r="http://schemas.openxmlformats.org/officeDocument/2006/relationships" id="269" r:id="Ra86d36d4e0c44225"/>
    <p:sldId xmlns:r="http://schemas.openxmlformats.org/officeDocument/2006/relationships" id="270" r:id="R8cd244b7ddea4888"/>
    <p:sldId xmlns:r="http://schemas.openxmlformats.org/officeDocument/2006/relationships" id="271" r:id="R4ce5b6cf9b434361"/>
    <p:sldId xmlns:r="http://schemas.openxmlformats.org/officeDocument/2006/relationships" id="272" r:id="Re9923971b11448c1"/>
    <p:sldId xmlns:r="http://schemas.openxmlformats.org/officeDocument/2006/relationships" id="273" r:id="R6687eb4f9a044614"/>
    <p:sldId xmlns:r="http://schemas.openxmlformats.org/officeDocument/2006/relationships" id="274" r:id="R153e20b12299408d"/>
    <p:sldId xmlns:r="http://schemas.openxmlformats.org/officeDocument/2006/relationships" id="275" r:id="R95bc3c3d30d6430f"/>
    <p:sldId xmlns:r="http://schemas.openxmlformats.org/officeDocument/2006/relationships" id="276" r:id="R3ecee4703701424c"/>
    <p:sldId xmlns:r="http://schemas.openxmlformats.org/officeDocument/2006/relationships" id="277" r:id="R14879c7977294655"/>
    <p:sldId xmlns:r="http://schemas.openxmlformats.org/officeDocument/2006/relationships" id="278" r:id="R633a7b92f0be469b"/>
    <p:sldId xmlns:r="http://schemas.openxmlformats.org/officeDocument/2006/relationships" id="279" r:id="Rb499af4a1aae4b4c"/>
  </p:sldIdLst>
  <p:sldSz cx="12192000" cy="6858000"/>
  <p:notesSz cx="6858000" cy="9144000"/>
  <p:embeddedFontLst>
    <p:embeddedFont>
      <p:font typeface="Play"/>
      <p:regular xmlns:r="http://schemas.openxmlformats.org/officeDocument/2006/relationships" r:id="Rb231b68186784aef"/>
      <p:bold xmlns:r="http://schemas.openxmlformats.org/officeDocument/2006/relationships" r:id="R67a3a7ee706f44aa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d842ebc2d1472a" /><Relationship Type="http://schemas.openxmlformats.org/officeDocument/2006/relationships/slideMaster" Target="/ppt/slideMasters/slideMaster1.xml" Id="R83b6c6f81a9849ff" /><Relationship Type="http://schemas.openxmlformats.org/officeDocument/2006/relationships/notesMaster" Target="/ppt/notesMasters/notesMaster1.xml" Id="R2cd442149d654b5d" /><Relationship Type="http://schemas.openxmlformats.org/officeDocument/2006/relationships/presProps" Target="/ppt/presProps.xml" Id="Ra3b3e7e658a64559" /><Relationship Type="http://schemas.openxmlformats.org/officeDocument/2006/relationships/tableStyles" Target="/ppt/tableStyles.xml" Id="R994485df30f640db" /><Relationship Type="http://schemas.openxmlformats.org/officeDocument/2006/relationships/font" Target="/ppt/fonts/font.dat" Id="Rb231b68186784aef" /><Relationship Type="http://schemas.openxmlformats.org/officeDocument/2006/relationships/font" Target="/ppt/fonts/font2.dat" Id="R67a3a7ee706f44aa" /><Relationship Type="http://schemas.openxmlformats.org/officeDocument/2006/relationships/slide" Target="/ppt/slides/slide1.xml" Id="R2957f3ff9d954b11" /><Relationship Type="http://schemas.openxmlformats.org/officeDocument/2006/relationships/slide" Target="/ppt/slides/slide2.xml" Id="Re5da6d9fa8274090" /><Relationship Type="http://schemas.openxmlformats.org/officeDocument/2006/relationships/slide" Target="/ppt/slides/slide3.xml" Id="R4159b511771b42fc" /><Relationship Type="http://schemas.openxmlformats.org/officeDocument/2006/relationships/slide" Target="/ppt/slides/slide4.xml" Id="Rf146408492644150" /><Relationship Type="http://schemas.openxmlformats.org/officeDocument/2006/relationships/slide" Target="/ppt/slides/slide5.xml" Id="R34f5dfb7b8054f8d" /><Relationship Type="http://schemas.openxmlformats.org/officeDocument/2006/relationships/slide" Target="/ppt/slides/slide6.xml" Id="R36e6fcda461b42bb" /><Relationship Type="http://schemas.openxmlformats.org/officeDocument/2006/relationships/slide" Target="/ppt/slides/slide7.xml" Id="R4aebf4ced3d44aef" /><Relationship Type="http://schemas.openxmlformats.org/officeDocument/2006/relationships/slide" Target="/ppt/slides/slide8.xml" Id="Re9c905759eaa4d5d" /><Relationship Type="http://schemas.openxmlformats.org/officeDocument/2006/relationships/slide" Target="/ppt/slides/slide9.xml" Id="R8d950922e0454e0a" /><Relationship Type="http://schemas.openxmlformats.org/officeDocument/2006/relationships/slide" Target="/ppt/slides/slide10.xml" Id="Rf349748e18284e28" /><Relationship Type="http://schemas.openxmlformats.org/officeDocument/2006/relationships/slide" Target="/ppt/slides/slide11.xml" Id="R6a94b6ae26274a7a" /><Relationship Type="http://schemas.openxmlformats.org/officeDocument/2006/relationships/slide" Target="/ppt/slides/slide12.xml" Id="R624a43d907db4e46" /><Relationship Type="http://schemas.openxmlformats.org/officeDocument/2006/relationships/slide" Target="/ppt/slides/slide13.xml" Id="Rdb6ebf71b3db423c" /><Relationship Type="http://schemas.openxmlformats.org/officeDocument/2006/relationships/slide" Target="/ppt/slides/slide14.xml" Id="Ra86d36d4e0c44225" /><Relationship Type="http://schemas.openxmlformats.org/officeDocument/2006/relationships/slide" Target="/ppt/slides/slide15.xml" Id="R8cd244b7ddea4888" /><Relationship Type="http://schemas.openxmlformats.org/officeDocument/2006/relationships/slide" Target="/ppt/slides/slide16.xml" Id="R4ce5b6cf9b434361" /><Relationship Type="http://schemas.openxmlformats.org/officeDocument/2006/relationships/slide" Target="/ppt/slides/slide17.xml" Id="Re9923971b11448c1" /><Relationship Type="http://schemas.openxmlformats.org/officeDocument/2006/relationships/slide" Target="/ppt/slides/slide18.xml" Id="R6687eb4f9a044614" /><Relationship Type="http://schemas.openxmlformats.org/officeDocument/2006/relationships/slide" Target="/ppt/slides/slide19.xml" Id="R153e20b12299408d" /><Relationship Type="http://schemas.openxmlformats.org/officeDocument/2006/relationships/slide" Target="/ppt/slides/slide20.xml" Id="R95bc3c3d30d6430f" /><Relationship Type="http://schemas.openxmlformats.org/officeDocument/2006/relationships/slide" Target="/ppt/slides/slide21.xml" Id="R3ecee4703701424c" /><Relationship Type="http://schemas.openxmlformats.org/officeDocument/2006/relationships/slide" Target="/ppt/slides/slide22.xml" Id="R14879c7977294655" /><Relationship Type="http://schemas.openxmlformats.org/officeDocument/2006/relationships/slide" Target="/ppt/slides/slide23.xml" Id="R633a7b92f0be469b" /><Relationship Type="http://schemas.openxmlformats.org/officeDocument/2006/relationships/slide" Target="/ppt/slides/slide24.xml" Id="Rb499af4a1aae4b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06e9333e2643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9ed4df770249ef" /><Relationship Type="http://schemas.openxmlformats.org/officeDocument/2006/relationships/notesMaster" Target="/ppt/notesMasters/notesMaster1.xml" Id="R94d67c750a0547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850180a3c346ae" /><Relationship Type="http://schemas.openxmlformats.org/officeDocument/2006/relationships/notesMaster" Target="/ppt/notesMasters/notesMaster1.xml" Id="R94f97e0f458243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e237ac84f34c72" /><Relationship Type="http://schemas.openxmlformats.org/officeDocument/2006/relationships/notesMaster" Target="/ppt/notesMasters/notesMaster1.xml" Id="R9371c0a6cbc34b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c4c86b241b4884" /><Relationship Type="http://schemas.openxmlformats.org/officeDocument/2006/relationships/notesMaster" Target="/ppt/notesMasters/notesMaster1.xml" Id="R8e7efdec459540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0ec9f7bad04e71" /><Relationship Type="http://schemas.openxmlformats.org/officeDocument/2006/relationships/notesMaster" Target="/ppt/notesMasters/notesMaster1.xml" Id="Rc0612099ed6e4d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b6cb34f99944ad" /><Relationship Type="http://schemas.openxmlformats.org/officeDocument/2006/relationships/notesMaster" Target="/ppt/notesMasters/notesMaster1.xml" Id="R3ca858f108b74d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e3c24ca8764568" /><Relationship Type="http://schemas.openxmlformats.org/officeDocument/2006/relationships/notesMaster" Target="/ppt/notesMasters/notesMaster1.xml" Id="R8efc6d46e6da44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e1ec7672cc497e" /><Relationship Type="http://schemas.openxmlformats.org/officeDocument/2006/relationships/notesMaster" Target="/ppt/notesMasters/notesMaster1.xml" Id="R8081b948d16e49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2d23c02a2043a7" /><Relationship Type="http://schemas.openxmlformats.org/officeDocument/2006/relationships/notesMaster" Target="/ppt/notesMasters/notesMaster1.xml" Id="R88810c7b7c224e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c815dbbc7c49e6" /><Relationship Type="http://schemas.openxmlformats.org/officeDocument/2006/relationships/notesMaster" Target="/ppt/notesMasters/notesMaster1.xml" Id="R73ff47adb22045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64cf6b2b444f5e" /><Relationship Type="http://schemas.openxmlformats.org/officeDocument/2006/relationships/notesMaster" Target="/ppt/notesMasters/notesMaster1.xml" Id="R447e088b509c427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f4abae70ed472a" /><Relationship Type="http://schemas.openxmlformats.org/officeDocument/2006/relationships/notesMaster" Target="/ppt/notesMasters/notesMaster1.xml" Id="Rd90acc0445764f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3a1712cf2d4e93" /><Relationship Type="http://schemas.openxmlformats.org/officeDocument/2006/relationships/notesMaster" Target="/ppt/notesMasters/notesMaster1.xml" Id="R052c7f62a83543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8593f8e21640af" /><Relationship Type="http://schemas.openxmlformats.org/officeDocument/2006/relationships/notesMaster" Target="/ppt/notesMasters/notesMaster1.xml" Id="R3a94dfe07f4945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0fe3ca873874874" /><Relationship Type="http://schemas.openxmlformats.org/officeDocument/2006/relationships/notesMaster" Target="/ppt/notesMasters/notesMaster1.xml" Id="R2dcd31e40b324d0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630a2df9ef4b5b" /><Relationship Type="http://schemas.openxmlformats.org/officeDocument/2006/relationships/notesMaster" Target="/ppt/notesMasters/notesMaster1.xml" Id="R8b120f786ee945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4f19d77713948ef" /><Relationship Type="http://schemas.openxmlformats.org/officeDocument/2006/relationships/notesMaster" Target="/ppt/notesMasters/notesMaster1.xml" Id="R9fe6f8464c0846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d727bbedf1455f" /><Relationship Type="http://schemas.openxmlformats.org/officeDocument/2006/relationships/notesMaster" Target="/ppt/notesMasters/notesMaster1.xml" Id="R88e430fc5ba74e3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927f8b3505d4c72" /><Relationship Type="http://schemas.openxmlformats.org/officeDocument/2006/relationships/notesMaster" Target="/ppt/notesMasters/notesMaster1.xml" Id="Rb61d1fb6381a412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fcd7f66f2a84c37" /><Relationship Type="http://schemas.openxmlformats.org/officeDocument/2006/relationships/notesMaster" Target="/ppt/notesMasters/notesMaster1.xml" Id="R5852e67a71674be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35aa05cc084029" /><Relationship Type="http://schemas.openxmlformats.org/officeDocument/2006/relationships/notesMaster" Target="/ppt/notesMasters/notesMaster1.xml" Id="R1fa7a81baa9246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bcb8c448c7c4675" /><Relationship Type="http://schemas.openxmlformats.org/officeDocument/2006/relationships/notesMaster" Target="/ppt/notesMasters/notesMaster1.xml" Id="R37908091926c4a5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d971fa30f634d9f" /><Relationship Type="http://schemas.openxmlformats.org/officeDocument/2006/relationships/notesMaster" Target="/ppt/notesMasters/notesMaster1.xml" Id="Rf735402ce557450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af7acb3592f46b7" /><Relationship Type="http://schemas.openxmlformats.org/officeDocument/2006/relationships/notesMaster" Target="/ppt/notesMasters/notesMaster1.xml" Id="R51507ccb389d4d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results/b5_ensemble/summary.json</a:t>
            </a:r>
          </a:p>
          <a:p xmlns:a="http://schemas.openxmlformats.org/drawingml/2006/main">
            <a:r>
              <a:t>- results/b5_ensemble/README.md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ed35ec9cb849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812cb60dc94a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924139249a4a9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bc25110467489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64f98a6d84d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9104c64adc4c6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55a3547ed483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d48cd4c582495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f63a4cb92546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303a02836405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caeca802645a1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8745bedf754dd4" /><Relationship Type="http://schemas.openxmlformats.org/officeDocument/2006/relationships/slideLayout" Target="/ppt/slideLayouts/slideLayout1.xml" Id="Ra2e7c6f67dd048ee" /><Relationship Type="http://schemas.openxmlformats.org/officeDocument/2006/relationships/slideLayout" Target="/ppt/slideLayouts/slideLayout2.xml" Id="R7f5ea866fde749cc" /><Relationship Type="http://schemas.openxmlformats.org/officeDocument/2006/relationships/slideLayout" Target="/ppt/slideLayouts/slideLayout3.xml" Id="R61c182885a434cda" /><Relationship Type="http://schemas.openxmlformats.org/officeDocument/2006/relationships/slideLayout" Target="/ppt/slideLayouts/slideLayout4.xml" Id="R5b22a1991dae4445" /><Relationship Type="http://schemas.openxmlformats.org/officeDocument/2006/relationships/slideLayout" Target="/ppt/slideLayouts/slideLayout5.xml" Id="Ra0270228fc6240b3" /><Relationship Type="http://schemas.openxmlformats.org/officeDocument/2006/relationships/slideLayout" Target="/ppt/slideLayouts/slideLayout6.xml" Id="R0e555d0f6c7e42c6" /><Relationship Type="http://schemas.openxmlformats.org/officeDocument/2006/relationships/slideLayout" Target="/ppt/slideLayouts/slideLayout7.xml" Id="R1bdc22da98b64d7b" /><Relationship Type="http://schemas.openxmlformats.org/officeDocument/2006/relationships/slideLayout" Target="/ppt/slideLayouts/slideLayout8.xml" Id="R17a33fc982754271" /><Relationship Type="http://schemas.openxmlformats.org/officeDocument/2006/relationships/slideLayout" Target="/ppt/slideLayouts/slideLayout9.xml" Id="Rd2e3d367db154577" /><Relationship Type="http://schemas.openxmlformats.org/officeDocument/2006/relationships/slideLayout" Target="/ppt/slideLayouts/slideLayout10.xml" Id="R4a14adb1ab184645" /><Relationship Type="http://schemas.openxmlformats.org/officeDocument/2006/relationships/slideLayout" Target="/ppt/slideLayouts/slideLayout11.xml" Id="R3dfe9c8d85934a3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e7c6f67dd048ee"/>
    <p:sldLayoutId xmlns:r="http://schemas.openxmlformats.org/officeDocument/2006/relationships" id="2147483650" r:id="R7f5ea866fde749cc"/>
    <p:sldLayoutId xmlns:r="http://schemas.openxmlformats.org/officeDocument/2006/relationships" id="2147483651" r:id="R61c182885a434cda"/>
    <p:sldLayoutId xmlns:r="http://schemas.openxmlformats.org/officeDocument/2006/relationships" id="2147483652" r:id="R5b22a1991dae4445"/>
    <p:sldLayoutId xmlns:r="http://schemas.openxmlformats.org/officeDocument/2006/relationships" id="2147483653" r:id="Ra0270228fc6240b3"/>
    <p:sldLayoutId xmlns:r="http://schemas.openxmlformats.org/officeDocument/2006/relationships" id="2147483654" r:id="R0e555d0f6c7e42c6"/>
    <p:sldLayoutId xmlns:r="http://schemas.openxmlformats.org/officeDocument/2006/relationships" id="2147483655" r:id="R1bdc22da98b64d7b"/>
    <p:sldLayoutId xmlns:r="http://schemas.openxmlformats.org/officeDocument/2006/relationships" id="2147483656" r:id="R17a33fc982754271"/>
    <p:sldLayoutId xmlns:r="http://schemas.openxmlformats.org/officeDocument/2006/relationships" id="2147483657" r:id="Rd2e3d367db154577"/>
    <p:sldLayoutId xmlns:r="http://schemas.openxmlformats.org/officeDocument/2006/relationships" id="2147483658" r:id="R4a14adb1ab184645"/>
    <p:sldLayoutId xmlns:r="http://schemas.openxmlformats.org/officeDocument/2006/relationships" id="2147483659" r:id="R3dfe9c8d85934a31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6b606488941db" /><Relationship Type="http://schemas.openxmlformats.org/officeDocument/2006/relationships/notesSlide" Target="/ppt/notesSlides/notesSlide1.xml" Id="Rc5839477ed4d46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8643c16863475f" /><Relationship Type="http://schemas.openxmlformats.org/officeDocument/2006/relationships/notesSlide" Target="/ppt/notesSlides/notesSlide2.xml" Id="R5d345e4058494c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2fdb2bc8cf459a" /><Relationship Type="http://schemas.openxmlformats.org/officeDocument/2006/relationships/image" Target="/ppt/media/image.png" Id="R047692fb06244200" /><Relationship Type="http://schemas.openxmlformats.org/officeDocument/2006/relationships/image" Target="/ppt/media/image2.png" Id="Rc4d8036454954ed0" /><Relationship Type="http://schemas.openxmlformats.org/officeDocument/2006/relationships/image" Target="/ppt/media/image3.png" Id="Re842f921a67942ce" /><Relationship Type="http://schemas.openxmlformats.org/officeDocument/2006/relationships/notesSlide" Target="/ppt/notesSlides/notesSlide3.xml" Id="R1374dc9df0ea4d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559e488c04af3" /><Relationship Type="http://schemas.openxmlformats.org/officeDocument/2006/relationships/notesSlide" Target="/ppt/notesSlides/notesSlide4.xml" Id="R4aa6f773a82344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b5e66de877482e" /><Relationship Type="http://schemas.openxmlformats.org/officeDocument/2006/relationships/image" Target="/ppt/media/image4.png" Id="R452ccbed58fa4457" /><Relationship Type="http://schemas.openxmlformats.org/officeDocument/2006/relationships/image" Target="/ppt/media/image5.png" Id="R0b68d27149a54cec" /><Relationship Type="http://schemas.openxmlformats.org/officeDocument/2006/relationships/image" Target="/ppt/media/image6.png" Id="R4206979cab7046a3" /><Relationship Type="http://schemas.openxmlformats.org/officeDocument/2006/relationships/image" Target="/ppt/media/image7.png" Id="R54597fef3a6545ec" /><Relationship Type="http://schemas.openxmlformats.org/officeDocument/2006/relationships/image" Target="/ppt/media/image8.png" Id="R2d51eb94f92f4540" /><Relationship Type="http://schemas.openxmlformats.org/officeDocument/2006/relationships/image" Target="/ppt/media/image9.png" Id="R0a88e25cedc14fbb" /><Relationship Type="http://schemas.openxmlformats.org/officeDocument/2006/relationships/image" Target="/ppt/media/image10.png" Id="Rbb4fd0fad1124c2c" /><Relationship Type="http://schemas.openxmlformats.org/officeDocument/2006/relationships/image" Target="/ppt/media/image11.png" Id="R2335d23ae1e344c7" /><Relationship Type="http://schemas.openxmlformats.org/officeDocument/2006/relationships/notesSlide" Target="/ppt/notesSlides/notesSlide5.xml" Id="R26a655a6ba2646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c0044b072c4735" /><Relationship Type="http://schemas.openxmlformats.org/officeDocument/2006/relationships/image" Target="/ppt/media/image12.png" Id="Rd401e9972b7546cf" /><Relationship Type="http://schemas.openxmlformats.org/officeDocument/2006/relationships/image" Target="/ppt/media/image13.png" Id="Reaedd04d4121403b" /><Relationship Type="http://schemas.openxmlformats.org/officeDocument/2006/relationships/notesSlide" Target="/ppt/notesSlides/notesSlide6.xml" Id="R7c7f6daafc304a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0cf1456a05411e" /><Relationship Type="http://schemas.openxmlformats.org/officeDocument/2006/relationships/image" Target="/ppt/media/image14.png" Id="R0f8cbb3fa5bf4d4f" /><Relationship Type="http://schemas.openxmlformats.org/officeDocument/2006/relationships/image" Target="/ppt/media/image15.png" Id="R738c245eb6544bab" /><Relationship Type="http://schemas.openxmlformats.org/officeDocument/2006/relationships/image" Target="/ppt/media/image16.png" Id="R00afd8d8d83a4125" /><Relationship Type="http://schemas.openxmlformats.org/officeDocument/2006/relationships/notesSlide" Target="/ppt/notesSlides/notesSlide7.xml" Id="Rbe4b0c8ad7cc4a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59e9b57ad245a3" /><Relationship Type="http://schemas.openxmlformats.org/officeDocument/2006/relationships/notesSlide" Target="/ppt/notesSlides/notesSlide8.xml" Id="R36ab452931554a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ff0dde93594d18" /><Relationship Type="http://schemas.openxmlformats.org/officeDocument/2006/relationships/notesSlide" Target="/ppt/notesSlides/notesSlide9.xml" Id="R9ee14cd48e324e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6b7184d9757433a" /><Relationship Type="http://schemas.openxmlformats.org/officeDocument/2006/relationships/notesSlide" Target="/ppt/notesSlides/notesSlide10.xml" Id="R30824c8d449b4c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0467d0c66f841b7" /><Relationship Type="http://schemas.openxmlformats.org/officeDocument/2006/relationships/notesSlide" Target="/ppt/notesSlides/notesSlide11.xml" Id="R63d9fe00ae494d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493a5f305b424c" /><Relationship Type="http://schemas.openxmlformats.org/officeDocument/2006/relationships/notesSlide" Target="/ppt/notesSlides/notesSlide12.xml" Id="R7a222c13a21744d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fa4cb600327447e" /><Relationship Type="http://schemas.openxmlformats.org/officeDocument/2006/relationships/notesSlide" Target="/ppt/notesSlides/notesSlide13.xml" Id="Rc0f6fbb0ca97409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e308899241c4414" /><Relationship Type="http://schemas.openxmlformats.org/officeDocument/2006/relationships/notesSlide" Target="/ppt/notesSlides/notesSlide14.xml" Id="R12108f47b80f497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57631124a9b4a9d" /><Relationship Type="http://schemas.openxmlformats.org/officeDocument/2006/relationships/notesSlide" Target="/ppt/notesSlides/notesSlide15.xml" Id="Re94db396b80d41b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c14c2a9f8247d9" /><Relationship Type="http://schemas.openxmlformats.org/officeDocument/2006/relationships/notesSlide" Target="/ppt/notesSlides/notesSlide16.xml" Id="Rc22057a6c1044b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cffc3a0147843aa" /><Relationship Type="http://schemas.openxmlformats.org/officeDocument/2006/relationships/notesSlide" Target="/ppt/notesSlides/notesSlide17.xml" Id="R65421cbee61141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df4982ad44cfb" /><Relationship Type="http://schemas.openxmlformats.org/officeDocument/2006/relationships/image" Target="/ppt/media/image12.png" Id="R99c62eebfff44191" /><Relationship Type="http://schemas.openxmlformats.org/officeDocument/2006/relationships/image" Target="/ppt/media/image13.png" Id="R17164eb216fc4e76" /><Relationship Type="http://schemas.openxmlformats.org/officeDocument/2006/relationships/notesSlide" Target="/ppt/notesSlides/notesSlide18.xml" Id="Rf2a48af1359049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3a82db1f364eed" /><Relationship Type="http://schemas.openxmlformats.org/officeDocument/2006/relationships/notesSlide" Target="/ppt/notesSlides/notesSlide19.xml" Id="Rf7dee9c26e684b8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8d035ad6eb04092" /><Relationship Type="http://schemas.openxmlformats.org/officeDocument/2006/relationships/notesSlide" Target="/ppt/notesSlides/notesSlide20.xml" Id="R1ff23faf80354b9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795639154642d3" /><Relationship Type="http://schemas.openxmlformats.org/officeDocument/2006/relationships/notesSlide" Target="/ppt/notesSlides/notesSlide21.xml" Id="Rc96a18bf399345f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d58ed999c89412e" /><Relationship Type="http://schemas.openxmlformats.org/officeDocument/2006/relationships/notesSlide" Target="/ppt/notesSlides/notesSlide22.xml" Id="Rc99fa8b95fae4ff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3cc144577e04a72" /><Relationship Type="http://schemas.openxmlformats.org/officeDocument/2006/relationships/notesSlide" Target="/ppt/notesSlides/notesSlide23.xml" Id="R5a328dba83704ba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baec4e7e3ae4578" /><Relationship Type="http://schemas.openxmlformats.org/officeDocument/2006/relationships/notesSlide" Target="/ppt/notesSlides/notesSlide24.xml" Id="R7281c664312744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B0–B5.1 complete · failure analysis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7692fb0624420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d8036454954e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42f921a67942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783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452ccbed58fa44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784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68d27149a54c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785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06979cab7046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791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68d27149a54c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792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793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794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597fef3a6545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799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51eb94f92f45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00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88e25cedc14f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802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4fd0fad1124c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03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35d23ae1e344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806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07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08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09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0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1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2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3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4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5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6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7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8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819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d401e9972b7546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edd04d4121403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8cbb3fa5bf4d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8c245eb6544b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afd8d8d83a412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B0–B5.1 complete · failure-slice analysis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complete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B5.1  Ensemble — rejected
B5.2  Failure slices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  Pixel-level localization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DRC/LVS-verified auto-fix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Reproducible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Use evidence-backed classifier gains, then deliver masks, coordinates, and verified repairs.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B0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Functional random-tile sanity run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79.2%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0.786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B1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14,348 tiles · 14 frozen families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Three-seed unseen-layout baseline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n/a*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trade-off rejected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B5.1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Ensemble rejected by recall gate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90.47%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0.912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+0.003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B5.1 improved unseen F1, but tile recall fell 1.32 points. Keep B2; analyze failure slices before B6.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99c62eebfff4419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164eb216fc4e7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ensemble passes validation gate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Selected F1: 93.87%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Selected recall: 92.21%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beat B4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Blend: 25% B2 / 75% B4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B4-only correct: 110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B2-only correct: 68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only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gains, but recall gate fails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90.47%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91.25%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93.39%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94.70%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94.08%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92.07%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ensemble; keep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2026-08-05T15:16:45.7010000Z</dcterms:created>
  <dcterms:modified xsi:type="dcterms:W3CDTF">2026-08-05T15:16:45.7010000Z</dcterms:modified>
</coreProperties>
</file>