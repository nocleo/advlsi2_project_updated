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e9b035166e4217" /><Relationship Type="http://schemas.openxmlformats.org/officeDocument/2006/relationships/extended-properties" Target="/docProps/app.xml" Id="Rf358e38aa33741da" /><Relationship Type="http://schemas.openxmlformats.org/officeDocument/2006/relationships/officeDocument" Target="/ppt/presentation.xml" Id="Ra9b56b791735470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270b55a86964462"/>
  </p:sldMasterIdLst>
  <p:notesMasterIdLst>
    <p:notesMasterId xmlns:r="http://schemas.openxmlformats.org/officeDocument/2006/relationships" r:id="R26bb4a37c7e2481d"/>
  </p:notesMasterIdLst>
  <p:sldIdLst>
    <p:sldId xmlns:r="http://schemas.openxmlformats.org/officeDocument/2006/relationships" id="256" r:id="R784367d400bf44b8"/>
    <p:sldId xmlns:r="http://schemas.openxmlformats.org/officeDocument/2006/relationships" id="257" r:id="Rf6f7618a027d4008"/>
    <p:sldId xmlns:r="http://schemas.openxmlformats.org/officeDocument/2006/relationships" id="258" r:id="Re18f0d80924d4b28"/>
    <p:sldId xmlns:r="http://schemas.openxmlformats.org/officeDocument/2006/relationships" id="259" r:id="Rd3252ee39b034fe0"/>
    <p:sldId xmlns:r="http://schemas.openxmlformats.org/officeDocument/2006/relationships" id="260" r:id="Rb17057fab46b45a1"/>
    <p:sldId xmlns:r="http://schemas.openxmlformats.org/officeDocument/2006/relationships" id="261" r:id="R7b729287e1ec429e"/>
    <p:sldId xmlns:r="http://schemas.openxmlformats.org/officeDocument/2006/relationships" id="262" r:id="R789e758bccf04217"/>
    <p:sldId xmlns:r="http://schemas.openxmlformats.org/officeDocument/2006/relationships" id="263" r:id="R2ed7910aa0974222"/>
    <p:sldId xmlns:r="http://schemas.openxmlformats.org/officeDocument/2006/relationships" id="264" r:id="Rb6f6ac85c7c34cd2"/>
    <p:sldId xmlns:r="http://schemas.openxmlformats.org/officeDocument/2006/relationships" id="265" r:id="R1fad68ac81dd4db7"/>
    <p:sldId xmlns:r="http://schemas.openxmlformats.org/officeDocument/2006/relationships" id="266" r:id="R8b7169f71ee34ba6"/>
    <p:sldId xmlns:r="http://schemas.openxmlformats.org/officeDocument/2006/relationships" id="267" r:id="R33bd69254c154c5d"/>
    <p:sldId xmlns:r="http://schemas.openxmlformats.org/officeDocument/2006/relationships" id="268" r:id="R44dee50c22384e81"/>
    <p:sldId xmlns:r="http://schemas.openxmlformats.org/officeDocument/2006/relationships" id="269" r:id="Raa0e42ffdada4e13"/>
    <p:sldId xmlns:r="http://schemas.openxmlformats.org/officeDocument/2006/relationships" id="270" r:id="R55f01844028d4aa3"/>
    <p:sldId xmlns:r="http://schemas.openxmlformats.org/officeDocument/2006/relationships" id="271" r:id="Rb5ecf20664294619"/>
    <p:sldId xmlns:r="http://schemas.openxmlformats.org/officeDocument/2006/relationships" id="272" r:id="R6c04e864544d4a50"/>
    <p:sldId xmlns:r="http://schemas.openxmlformats.org/officeDocument/2006/relationships" id="273" r:id="Ra8c6882a28ca4212"/>
    <p:sldId xmlns:r="http://schemas.openxmlformats.org/officeDocument/2006/relationships" id="274" r:id="R4cd251490db54d1d"/>
    <p:sldId xmlns:r="http://schemas.openxmlformats.org/officeDocument/2006/relationships" id="275" r:id="R65ca00a827e1434f"/>
    <p:sldId xmlns:r="http://schemas.openxmlformats.org/officeDocument/2006/relationships" id="276" r:id="R1f2265feb795470e"/>
    <p:sldId xmlns:r="http://schemas.openxmlformats.org/officeDocument/2006/relationships" id="277" r:id="R2bba9b86f04a47f7"/>
    <p:sldId xmlns:r="http://schemas.openxmlformats.org/officeDocument/2006/relationships" id="278" r:id="Rbd0a6ac5f4314ef2"/>
    <p:sldId xmlns:r="http://schemas.openxmlformats.org/officeDocument/2006/relationships" id="279" r:id="Rc383af52e12543b8"/>
    <p:sldId xmlns:r="http://schemas.openxmlformats.org/officeDocument/2006/relationships" id="280" r:id="R96015069773d4773"/>
    <p:sldId xmlns:r="http://schemas.openxmlformats.org/officeDocument/2006/relationships" id="281" r:id="R94dbf8bc649e4264"/>
    <p:sldId xmlns:r="http://schemas.openxmlformats.org/officeDocument/2006/relationships" id="282" r:id="R00ba191be8614c96"/>
    <p:sldId xmlns:r="http://schemas.openxmlformats.org/officeDocument/2006/relationships" id="283" r:id="R2a92c752dd7648a1"/>
  </p:sldIdLst>
  <p:sldSz cx="12192000" cy="6858000"/>
  <p:notesSz cx="6858000" cy="9144000"/>
  <p:embeddedFontLst>
    <p:embeddedFont>
      <p:font typeface="Play"/>
      <p:regular xmlns:r="http://schemas.openxmlformats.org/officeDocument/2006/relationships" r:id="R57c67886a7e04682"/>
      <p:bold xmlns:r="http://schemas.openxmlformats.org/officeDocument/2006/relationships" r:id="R67126723a388413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ff030de8584928" /><Relationship Type="http://schemas.openxmlformats.org/officeDocument/2006/relationships/slideMaster" Target="/ppt/slideMasters/slideMaster1.xml" Id="Rd270b55a86964462" /><Relationship Type="http://schemas.openxmlformats.org/officeDocument/2006/relationships/notesMaster" Target="/ppt/notesMasters/notesMaster1.xml" Id="R26bb4a37c7e2481d" /><Relationship Type="http://schemas.openxmlformats.org/officeDocument/2006/relationships/presProps" Target="/ppt/presProps.xml" Id="R9a62606b36054176" /><Relationship Type="http://schemas.openxmlformats.org/officeDocument/2006/relationships/tableStyles" Target="/ppt/tableStyles.xml" Id="Ref119ab8e7514132" /><Relationship Type="http://schemas.openxmlformats.org/officeDocument/2006/relationships/font" Target="/ppt/fonts/font.dat" Id="R57c67886a7e04682" /><Relationship Type="http://schemas.openxmlformats.org/officeDocument/2006/relationships/font" Target="/ppt/fonts/font2.dat" Id="R67126723a388413f" /><Relationship Type="http://schemas.openxmlformats.org/officeDocument/2006/relationships/slide" Target="/ppt/slides/slide1.xml" Id="R784367d400bf44b8" /><Relationship Type="http://schemas.openxmlformats.org/officeDocument/2006/relationships/slide" Target="/ppt/slides/slide2.xml" Id="Rf6f7618a027d4008" /><Relationship Type="http://schemas.openxmlformats.org/officeDocument/2006/relationships/slide" Target="/ppt/slides/slide3.xml" Id="Re18f0d80924d4b28" /><Relationship Type="http://schemas.openxmlformats.org/officeDocument/2006/relationships/slide" Target="/ppt/slides/slide4.xml" Id="Rd3252ee39b034fe0" /><Relationship Type="http://schemas.openxmlformats.org/officeDocument/2006/relationships/slide" Target="/ppt/slides/slide5.xml" Id="Rb17057fab46b45a1" /><Relationship Type="http://schemas.openxmlformats.org/officeDocument/2006/relationships/slide" Target="/ppt/slides/slide6.xml" Id="R7b729287e1ec429e" /><Relationship Type="http://schemas.openxmlformats.org/officeDocument/2006/relationships/slide" Target="/ppt/slides/slide7.xml" Id="R789e758bccf04217" /><Relationship Type="http://schemas.openxmlformats.org/officeDocument/2006/relationships/slide" Target="/ppt/slides/slide8.xml" Id="R2ed7910aa0974222" /><Relationship Type="http://schemas.openxmlformats.org/officeDocument/2006/relationships/slide" Target="/ppt/slides/slide9.xml" Id="Rb6f6ac85c7c34cd2" /><Relationship Type="http://schemas.openxmlformats.org/officeDocument/2006/relationships/slide" Target="/ppt/slides/slide10.xml" Id="R1fad68ac81dd4db7" /><Relationship Type="http://schemas.openxmlformats.org/officeDocument/2006/relationships/slide" Target="/ppt/slides/slide11.xml" Id="R8b7169f71ee34ba6" /><Relationship Type="http://schemas.openxmlformats.org/officeDocument/2006/relationships/slide" Target="/ppt/slides/slide12.xml" Id="R33bd69254c154c5d" /><Relationship Type="http://schemas.openxmlformats.org/officeDocument/2006/relationships/slide" Target="/ppt/slides/slide13.xml" Id="R44dee50c22384e81" /><Relationship Type="http://schemas.openxmlformats.org/officeDocument/2006/relationships/slide" Target="/ppt/slides/slide14.xml" Id="Raa0e42ffdada4e13" /><Relationship Type="http://schemas.openxmlformats.org/officeDocument/2006/relationships/slide" Target="/ppt/slides/slide15.xml" Id="R55f01844028d4aa3" /><Relationship Type="http://schemas.openxmlformats.org/officeDocument/2006/relationships/slide" Target="/ppt/slides/slide16.xml" Id="Rb5ecf20664294619" /><Relationship Type="http://schemas.openxmlformats.org/officeDocument/2006/relationships/slide" Target="/ppt/slides/slide17.xml" Id="R6c04e864544d4a50" /><Relationship Type="http://schemas.openxmlformats.org/officeDocument/2006/relationships/slide" Target="/ppt/slides/slide18.xml" Id="Ra8c6882a28ca4212" /><Relationship Type="http://schemas.openxmlformats.org/officeDocument/2006/relationships/slide" Target="/ppt/slides/slide19.xml" Id="R4cd251490db54d1d" /><Relationship Type="http://schemas.openxmlformats.org/officeDocument/2006/relationships/slide" Target="/ppt/slides/slide20.xml" Id="R65ca00a827e1434f" /><Relationship Type="http://schemas.openxmlformats.org/officeDocument/2006/relationships/slide" Target="/ppt/slides/slide21.xml" Id="R1f2265feb795470e" /><Relationship Type="http://schemas.openxmlformats.org/officeDocument/2006/relationships/slide" Target="/ppt/slides/slide22.xml" Id="R2bba9b86f04a47f7" /><Relationship Type="http://schemas.openxmlformats.org/officeDocument/2006/relationships/slide" Target="/ppt/slides/slide23.xml" Id="Rbd0a6ac5f4314ef2" /><Relationship Type="http://schemas.openxmlformats.org/officeDocument/2006/relationships/slide" Target="/ppt/slides/slide24.xml" Id="Rc383af52e12543b8" /><Relationship Type="http://schemas.openxmlformats.org/officeDocument/2006/relationships/slide" Target="/ppt/slides/slide25.xml" Id="R96015069773d4773" /><Relationship Type="http://schemas.openxmlformats.org/officeDocument/2006/relationships/slide" Target="/ppt/slides/slide26.xml" Id="R94dbf8bc649e4264" /><Relationship Type="http://schemas.openxmlformats.org/officeDocument/2006/relationships/slide" Target="/ppt/slides/slide27.xml" Id="R00ba191be8614c96" /><Relationship Type="http://schemas.openxmlformats.org/officeDocument/2006/relationships/slide" Target="/ppt/slides/slide28.xml" Id="R2a92c752dd7648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14d15ea76a47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ff938df17d4f14" /><Relationship Type="http://schemas.openxmlformats.org/officeDocument/2006/relationships/notesMaster" Target="/ppt/notesMasters/notesMaster1.xml" Id="R0d2205d5ba1542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b37e27d0024dd3" /><Relationship Type="http://schemas.openxmlformats.org/officeDocument/2006/relationships/notesMaster" Target="/ppt/notesMasters/notesMaster1.xml" Id="R02d136bc48ad42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8dd21de4af4412" /><Relationship Type="http://schemas.openxmlformats.org/officeDocument/2006/relationships/notesMaster" Target="/ppt/notesMasters/notesMaster1.xml" Id="R30c26365bdfe4a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ee5c3a48ab443f" /><Relationship Type="http://schemas.openxmlformats.org/officeDocument/2006/relationships/notesMaster" Target="/ppt/notesMasters/notesMaster1.xml" Id="R623f19eb1ed443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23be888205439d" /><Relationship Type="http://schemas.openxmlformats.org/officeDocument/2006/relationships/notesMaster" Target="/ppt/notesMasters/notesMaster1.xml" Id="Re8b6b5b1a9a946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95e8c281c841ac" /><Relationship Type="http://schemas.openxmlformats.org/officeDocument/2006/relationships/notesMaster" Target="/ppt/notesMasters/notesMaster1.xml" Id="R8a00bfff38eb4c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cbd43ad2494995" /><Relationship Type="http://schemas.openxmlformats.org/officeDocument/2006/relationships/notesMaster" Target="/ppt/notesMasters/notesMaster1.xml" Id="R87684399a32a45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6f6b1432854123" /><Relationship Type="http://schemas.openxmlformats.org/officeDocument/2006/relationships/notesMaster" Target="/ppt/notesMasters/notesMaster1.xml" Id="Ra5ec6ba5612a42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6ea0a9b6a341b3" /><Relationship Type="http://schemas.openxmlformats.org/officeDocument/2006/relationships/notesMaster" Target="/ppt/notesMasters/notesMaster1.xml" Id="R2cdcf22d646b4c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f5549abfee4633" /><Relationship Type="http://schemas.openxmlformats.org/officeDocument/2006/relationships/notesMaster" Target="/ppt/notesMasters/notesMaster1.xml" Id="R9fe19303001f4f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697e7e69674672" /><Relationship Type="http://schemas.openxmlformats.org/officeDocument/2006/relationships/notesMaster" Target="/ppt/notesMasters/notesMaster1.xml" Id="Rf2f7865a3a4348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cc04e039ab4b08" /><Relationship Type="http://schemas.openxmlformats.org/officeDocument/2006/relationships/notesMaster" Target="/ppt/notesMasters/notesMaster1.xml" Id="Re3d86d0d31b04c9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53e4e45a434480" /><Relationship Type="http://schemas.openxmlformats.org/officeDocument/2006/relationships/notesMaster" Target="/ppt/notesMasters/notesMaster1.xml" Id="Red606ac47b87437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16155948808417d" /><Relationship Type="http://schemas.openxmlformats.org/officeDocument/2006/relationships/notesMaster" Target="/ppt/notesMasters/notesMaster1.xml" Id="Rb0adf4093b15461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f831d6ba0494e6a" /><Relationship Type="http://schemas.openxmlformats.org/officeDocument/2006/relationships/notesMaster" Target="/ppt/notesMasters/notesMaster1.xml" Id="R36881310acce4c8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edde2da045048ac" /><Relationship Type="http://schemas.openxmlformats.org/officeDocument/2006/relationships/notesMaster" Target="/ppt/notesMasters/notesMaster1.xml" Id="R36c1c4124591432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ad89e5af84043e4" /><Relationship Type="http://schemas.openxmlformats.org/officeDocument/2006/relationships/notesMaster" Target="/ppt/notesMasters/notesMaster1.xml" Id="R1fb669cdf3dd4fe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0df2257ed6343d1" /><Relationship Type="http://schemas.openxmlformats.org/officeDocument/2006/relationships/notesMaster" Target="/ppt/notesMasters/notesMaster1.xml" Id="R5f9cfa0457f74bb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2970e5b62b44dad" /><Relationship Type="http://schemas.openxmlformats.org/officeDocument/2006/relationships/notesMaster" Target="/ppt/notesMasters/notesMaster1.xml" Id="Rbdb3531259034ca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fe56e2e1ad04b8e" /><Relationship Type="http://schemas.openxmlformats.org/officeDocument/2006/relationships/notesMaster" Target="/ppt/notesMasters/notesMaster1.xml" Id="Ra49e1b33617c460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7a27a4210b84b2f" /><Relationship Type="http://schemas.openxmlformats.org/officeDocument/2006/relationships/notesMaster" Target="/ppt/notesMasters/notesMaster1.xml" Id="R3005f59adb1d47b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734b5acece146a4" /><Relationship Type="http://schemas.openxmlformats.org/officeDocument/2006/relationships/notesMaster" Target="/ppt/notesMasters/notesMaster1.xml" Id="R2baf22a51ec44dc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c24d3dcf38a49ed" /><Relationship Type="http://schemas.openxmlformats.org/officeDocument/2006/relationships/notesMaster" Target="/ppt/notesMasters/notesMaster1.xml" Id="R73073959421c433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161889d77354717" /><Relationship Type="http://schemas.openxmlformats.org/officeDocument/2006/relationships/notesMaster" Target="/ppt/notesMasters/notesMaster1.xml" Id="Rd2fb8e1606b64c8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c9e8917c2124321" /><Relationship Type="http://schemas.openxmlformats.org/officeDocument/2006/relationships/notesMaster" Target="/ppt/notesMasters/notesMaster1.xml" Id="R4d2a8ddbec2646d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e6405fe33a1493a" /><Relationship Type="http://schemas.openxmlformats.org/officeDocument/2006/relationships/notesMaster" Target="/ppt/notesMasters/notesMaster1.xml" Id="R563edcee5760461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a971293e9c44227" /><Relationship Type="http://schemas.openxmlformats.org/officeDocument/2006/relationships/notesMaster" Target="/ppt/notesMasters/notesMaster1.xml" Id="R7983e3e03aaf46e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3050794baad4bcd" /><Relationship Type="http://schemas.openxmlformats.org/officeDocument/2006/relationships/notesMaster" Target="/ppt/notesMasters/notesMaster1.xml" Id="Radb74fbaaaa542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r>
              <a:t>- MODEL_ROADMAP.md</a:t>
            </a:r>
          </a:p>
          <a:p xmlns:a="http://schemas.openxmlformats.org/drawingml/2006/main">
            <a:r>
              <a:t>- results/b6_multitask_unet/summary.json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results/b3_optimization/b3_1_summary.json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Selection used unseen-layout validation only. Frozen tests were not inspected until the validation gate passed.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candidate status is failed_confirmation; B2 remains the accepted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332a32928749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c4913474e436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18835cb03d4b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fe5b1db421490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3ba77989314f9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2c2e120e4f433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be8e8b9a624c8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5e427eba7f48d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b90ca97263441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7d279ba898445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db4553be8d4883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c0f0a43d444063" /><Relationship Type="http://schemas.openxmlformats.org/officeDocument/2006/relationships/slideLayout" Target="/ppt/slideLayouts/slideLayout1.xml" Id="R1be4db58d4614cc9" /><Relationship Type="http://schemas.openxmlformats.org/officeDocument/2006/relationships/slideLayout" Target="/ppt/slideLayouts/slideLayout2.xml" Id="R154439db0c4f4d4d" /><Relationship Type="http://schemas.openxmlformats.org/officeDocument/2006/relationships/slideLayout" Target="/ppt/slideLayouts/slideLayout3.xml" Id="Rae1181e3b6b14569" /><Relationship Type="http://schemas.openxmlformats.org/officeDocument/2006/relationships/slideLayout" Target="/ppt/slideLayouts/slideLayout4.xml" Id="R1f956cd0440743d5" /><Relationship Type="http://schemas.openxmlformats.org/officeDocument/2006/relationships/slideLayout" Target="/ppt/slideLayouts/slideLayout5.xml" Id="R07137ea51dc7464d" /><Relationship Type="http://schemas.openxmlformats.org/officeDocument/2006/relationships/slideLayout" Target="/ppt/slideLayouts/slideLayout6.xml" Id="R2c3886ab91504234" /><Relationship Type="http://schemas.openxmlformats.org/officeDocument/2006/relationships/slideLayout" Target="/ppt/slideLayouts/slideLayout7.xml" Id="R709c60d01f774304" /><Relationship Type="http://schemas.openxmlformats.org/officeDocument/2006/relationships/slideLayout" Target="/ppt/slideLayouts/slideLayout8.xml" Id="R61d5eac25a814186" /><Relationship Type="http://schemas.openxmlformats.org/officeDocument/2006/relationships/slideLayout" Target="/ppt/slideLayouts/slideLayout9.xml" Id="Rb37627820fed4f99" /><Relationship Type="http://schemas.openxmlformats.org/officeDocument/2006/relationships/slideLayout" Target="/ppt/slideLayouts/slideLayout10.xml" Id="Rca43e02437604d1d" /><Relationship Type="http://schemas.openxmlformats.org/officeDocument/2006/relationships/slideLayout" Target="/ppt/slideLayouts/slideLayout11.xml" Id="R4f39db1c868a44e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e4db58d4614cc9"/>
    <p:sldLayoutId xmlns:r="http://schemas.openxmlformats.org/officeDocument/2006/relationships" id="2147483650" r:id="R154439db0c4f4d4d"/>
    <p:sldLayoutId xmlns:r="http://schemas.openxmlformats.org/officeDocument/2006/relationships" id="2147483651" r:id="Rae1181e3b6b14569"/>
    <p:sldLayoutId xmlns:r="http://schemas.openxmlformats.org/officeDocument/2006/relationships" id="2147483652" r:id="R1f956cd0440743d5"/>
    <p:sldLayoutId xmlns:r="http://schemas.openxmlformats.org/officeDocument/2006/relationships" id="2147483653" r:id="R07137ea51dc7464d"/>
    <p:sldLayoutId xmlns:r="http://schemas.openxmlformats.org/officeDocument/2006/relationships" id="2147483654" r:id="R2c3886ab91504234"/>
    <p:sldLayoutId xmlns:r="http://schemas.openxmlformats.org/officeDocument/2006/relationships" id="2147483655" r:id="R709c60d01f774304"/>
    <p:sldLayoutId xmlns:r="http://schemas.openxmlformats.org/officeDocument/2006/relationships" id="2147483656" r:id="R61d5eac25a814186"/>
    <p:sldLayoutId xmlns:r="http://schemas.openxmlformats.org/officeDocument/2006/relationships" id="2147483657" r:id="Rb37627820fed4f99"/>
    <p:sldLayoutId xmlns:r="http://schemas.openxmlformats.org/officeDocument/2006/relationships" id="2147483658" r:id="Rca43e02437604d1d"/>
    <p:sldLayoutId xmlns:r="http://schemas.openxmlformats.org/officeDocument/2006/relationships" id="2147483659" r:id="R4f39db1c868a44e5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c5ed959544360" /><Relationship Type="http://schemas.openxmlformats.org/officeDocument/2006/relationships/notesSlide" Target="/ppt/notesSlides/notesSlide1.xml" Id="Rf9170fce61c24d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cbd51c15a343da" /><Relationship Type="http://schemas.openxmlformats.org/officeDocument/2006/relationships/notesSlide" Target="/ppt/notesSlides/notesSlide2.xml" Id="Rbb86babe7e7b4b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85f8ae9b354acb" /><Relationship Type="http://schemas.openxmlformats.org/officeDocument/2006/relationships/image" Target="/ppt/media/image.png" Id="R60a6c73b9c1b4b6d" /><Relationship Type="http://schemas.openxmlformats.org/officeDocument/2006/relationships/image" Target="/ppt/media/image2.png" Id="R0b5653c24c954ba9" /><Relationship Type="http://schemas.openxmlformats.org/officeDocument/2006/relationships/image" Target="/ppt/media/image3.png" Id="R2d2c0d295a7e4259" /><Relationship Type="http://schemas.openxmlformats.org/officeDocument/2006/relationships/notesSlide" Target="/ppt/notesSlides/notesSlide3.xml" Id="R4c0708f3aa5c4d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36ef7935124ad3" /><Relationship Type="http://schemas.openxmlformats.org/officeDocument/2006/relationships/notesSlide" Target="/ppt/notesSlides/notesSlide4.xml" Id="R2bfdd1dcd57c42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90faf1e7244719" /><Relationship Type="http://schemas.openxmlformats.org/officeDocument/2006/relationships/image" Target="/ppt/media/image4.png" Id="R9365620fc5674751" /><Relationship Type="http://schemas.openxmlformats.org/officeDocument/2006/relationships/image" Target="/ppt/media/image5.png" Id="Rcee337d8800044c7" /><Relationship Type="http://schemas.openxmlformats.org/officeDocument/2006/relationships/image" Target="/ppt/media/image6.png" Id="R0a6122d4f61343d1" /><Relationship Type="http://schemas.openxmlformats.org/officeDocument/2006/relationships/image" Target="/ppt/media/image7.png" Id="Re968c4817cf64e52" /><Relationship Type="http://schemas.openxmlformats.org/officeDocument/2006/relationships/image" Target="/ppt/media/image8.png" Id="R00f487b7bfe54172" /><Relationship Type="http://schemas.openxmlformats.org/officeDocument/2006/relationships/image" Target="/ppt/media/image9.png" Id="Ra0071a1f193c4210" /><Relationship Type="http://schemas.openxmlformats.org/officeDocument/2006/relationships/image" Target="/ppt/media/image10.png" Id="R2ceabc8b31014ecb" /><Relationship Type="http://schemas.openxmlformats.org/officeDocument/2006/relationships/image" Target="/ppt/media/image11.png" Id="R1578337995eb44e3" /><Relationship Type="http://schemas.openxmlformats.org/officeDocument/2006/relationships/notesSlide" Target="/ppt/notesSlides/notesSlide5.xml" Id="Re30242c4e6c34b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d6557e62ce46f9" /><Relationship Type="http://schemas.openxmlformats.org/officeDocument/2006/relationships/image" Target="/ppt/media/image12.png" Id="Rc8f421fc21264d7e" /><Relationship Type="http://schemas.openxmlformats.org/officeDocument/2006/relationships/image" Target="/ppt/media/image13.png" Id="R3db648d735a048b5" /><Relationship Type="http://schemas.openxmlformats.org/officeDocument/2006/relationships/notesSlide" Target="/ppt/notesSlides/notesSlide6.xml" Id="Re373b971cb2c41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2bfdd4dcc64d3e" /><Relationship Type="http://schemas.openxmlformats.org/officeDocument/2006/relationships/image" Target="/ppt/media/image14.png" Id="R0199a5bb3aba4670" /><Relationship Type="http://schemas.openxmlformats.org/officeDocument/2006/relationships/image" Target="/ppt/media/image15.png" Id="Re284ea0790424350" /><Relationship Type="http://schemas.openxmlformats.org/officeDocument/2006/relationships/image" Target="/ppt/media/image16.png" Id="Rcb4f5922b13b4f13" /><Relationship Type="http://schemas.openxmlformats.org/officeDocument/2006/relationships/notesSlide" Target="/ppt/notesSlides/notesSlide7.xml" Id="R0267d81a59724c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644c63527044a5" /><Relationship Type="http://schemas.openxmlformats.org/officeDocument/2006/relationships/notesSlide" Target="/ppt/notesSlides/notesSlide8.xml" Id="R36a60daf6ee049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2836ade6da74526" /><Relationship Type="http://schemas.openxmlformats.org/officeDocument/2006/relationships/notesSlide" Target="/ppt/notesSlides/notesSlide9.xml" Id="Ra5eba97d111642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1661675c51f04856" /><Relationship Type="http://schemas.openxmlformats.org/officeDocument/2006/relationships/notesSlide" Target="/ppt/notesSlides/notesSlide10.xml" Id="Raaa165dfda8d46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80b89044a274a78" /><Relationship Type="http://schemas.openxmlformats.org/officeDocument/2006/relationships/notesSlide" Target="/ppt/notesSlides/notesSlide11.xml" Id="Rb922a62d0b3947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e2fbd281c94144" /><Relationship Type="http://schemas.openxmlformats.org/officeDocument/2006/relationships/notesSlide" Target="/ppt/notesSlides/notesSlide12.xml" Id="R80c052f769024c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b766c6d71e249d7" /><Relationship Type="http://schemas.openxmlformats.org/officeDocument/2006/relationships/notesSlide" Target="/ppt/notesSlides/notesSlide13.xml" Id="Re3ae928e7da7412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1a24a22f33846f7" /><Relationship Type="http://schemas.openxmlformats.org/officeDocument/2006/relationships/notesSlide" Target="/ppt/notesSlides/notesSlide14.xml" Id="R0c1488402c2240b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9edbe48fcfe4352" /><Relationship Type="http://schemas.openxmlformats.org/officeDocument/2006/relationships/notesSlide" Target="/ppt/notesSlides/notesSlide15.xml" Id="R9c0ba34597a9480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f994b363c645af" /><Relationship Type="http://schemas.openxmlformats.org/officeDocument/2006/relationships/notesSlide" Target="/ppt/notesSlides/notesSlide16.xml" Id="Rfb75d70ce0a74ea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cbd5d21e43e4be6" /><Relationship Type="http://schemas.openxmlformats.org/officeDocument/2006/relationships/notesSlide" Target="/ppt/notesSlides/notesSlide17.xml" Id="R702b9fa8c841441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ceb887a4e1481e" /><Relationship Type="http://schemas.openxmlformats.org/officeDocument/2006/relationships/image" Target="/ppt/media/image12.png" Id="Rfc36a133a9414af6" /><Relationship Type="http://schemas.openxmlformats.org/officeDocument/2006/relationships/image" Target="/ppt/media/image13.png" Id="R88d429f09ca04f03" /><Relationship Type="http://schemas.openxmlformats.org/officeDocument/2006/relationships/notesSlide" Target="/ppt/notesSlides/notesSlide18.xml" Id="R2b924da27b5445e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964d92937d49a7" /><Relationship Type="http://schemas.openxmlformats.org/officeDocument/2006/relationships/notesSlide" Target="/ppt/notesSlides/notesSlide19.xml" Id="R8a52922500e243e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af69908949e4937" /><Relationship Type="http://schemas.openxmlformats.org/officeDocument/2006/relationships/notesSlide" Target="/ppt/notesSlides/notesSlide20.xml" Id="R4635ae8425144c9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f3e4473b5a4ba7" /><Relationship Type="http://schemas.openxmlformats.org/officeDocument/2006/relationships/notesSlide" Target="/ppt/notesSlides/notesSlide21.xml" Id="R2d15e2b94d0443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6ff304f7d5d4c06" /><Relationship Type="http://schemas.openxmlformats.org/officeDocument/2006/relationships/notesSlide" Target="/ppt/notesSlides/notesSlide22.xml" Id="R60b81f07b237461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a0d2accca1044b4" /><Relationship Type="http://schemas.openxmlformats.org/officeDocument/2006/relationships/notesSlide" Target="/ppt/notesSlides/notesSlide23.xml" Id="R41ab4618498c473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adf11a5b3ce4abb" /><Relationship Type="http://schemas.openxmlformats.org/officeDocument/2006/relationships/notesSlide" Target="/ppt/notesSlides/notesSlide24.xml" Id="R0097910e11f5403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743bc8cc4584b87" /><Relationship Type="http://schemas.openxmlformats.org/officeDocument/2006/relationships/notesSlide" Target="/ppt/notesSlides/notesSlide25.xml" Id="R9a23be560041487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ee7b2a64b6f443a" /><Relationship Type="http://schemas.openxmlformats.org/officeDocument/2006/relationships/notesSlide" Target="/ppt/notesSlides/notesSlide26.xml" Id="Re6407846d98e446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af5768e15d94042" /><Relationship Type="http://schemas.openxmlformats.org/officeDocument/2006/relationships/notesSlide" Target="/ppt/notesSlides/notesSlide27.xml" Id="R0dce268981c3440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3aa81b1be324f4b" /><Relationship Type="http://schemas.openxmlformats.org/officeDocument/2006/relationships/notesSlide" Target="/ppt/notesSlides/notesSlide28.xml" Id="R3bc08ffbe253493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B0–B6.2 complete · exact edge recovery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a6c73b9c1b4b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5653c24c954ba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2c0d295a7e425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971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9365620fc567475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972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e337d8800044c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973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6122d4f61343d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979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e337d8800044c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980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981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82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68c4817cf64e5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987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f487b7bfe5417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88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071a1f193c421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990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eabc8b31014ec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91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78337995eb44e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994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95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96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97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98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999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0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1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2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3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4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5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6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07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c8f421fc21264d7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b648d735a048b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99a5bb3aba467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84ea079042435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4f5922b13b4f1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B0–B6.2 complete · exact-coordinate recovery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Dual classification baselines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tuning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tests — complete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  Classifier tuning — closed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B6.1  Localization data — done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B6.2  U-Net — accepted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  Exact coordinates — next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Verified repair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Release candidate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B6.2 passed all development gates; B7 turns high-recall masks into unique exact violations.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Accepted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Frozen classifier baseline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B3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Recall gain failed confirmation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89.71%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0.907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−0.002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B4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Compact model failed frozen test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89.36%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0.904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−0.005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B5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Closed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Ensemble + failure audit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90.47%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0.912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+0.003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B6.2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Accepted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Multi-task localization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95.51%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0.957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+0.015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B6.2 passes all gates; B7 now stitches masks, recovers exact edges, and measures full-layout false alarms.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fc36a133a9414af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d429f09ca04f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B3: validation improved, but efficiency target missed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RMSprop 1e-3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B3.1 kept B2 recipe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+0.72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+4.40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26 epochs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Only 13.3% fewer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F1 by recipe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recall by recipe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59247"/>
            <a:ext cx="533400" cy="2131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177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91.36%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23678"/>
            <a:ext cx="533400" cy="20675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40621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88.60%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42421"/>
            <a:ext cx="533400" cy="21487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2495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92.08%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0999"/>
            <a:ext cx="533400" cy="2170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0353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93.00%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B3: recall gain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89.71% (−0.67 points vs. B2)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94.42% (+3.69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90.72% (−0.22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Accuracy exceeded the 0.5-point tolerance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reference held: 92.52% accuracy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data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retain B2 as frozen baseline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Next: B4 architecture test with B2 recipe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B4: compact model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Validation F1: 93.61%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14.3× fewer parameters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ONNX: 172 KB vs. 2.41 MB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89.36%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91.36%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B4;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ensemble passes validation gate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Selected F1: 93.87%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Selected recall: 92.21%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three seeds beat B4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Frozen tests unlocked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Blend: 25% B2 / 75% B4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B4-only correct: 110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B2-only correct: 68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only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gains, but recall gate fails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90.38% → 90.47%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90.94% → 91.25%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recall: 90.73% → 93.39%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accuracy: 92.47% → 94.70%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F1: 91.89% → 94.08%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93.39% → 92.07%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ensemble; keep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B5.2: audit closes classifier-only tuning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B4 led unseen validation in every seed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dirty advantage: tile-random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Joint disagreement gate failed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stable ensemble mechanism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10 replicated density slices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were clean-sample effects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Density bin changed by protocol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B5.3;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B6.1: exact localization data is ready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exact KLayout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unique owners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8,021 dirty + 8,021 clean tiles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1600 nm input + 160 nm halo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1280 nm gap-free owned output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200×200 image + 160×160 mask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7 visual-audit categories passed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B6.2 passes every development gate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Classification improves vs. B2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95.51% (+1.50)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98.86% (+2.67)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95.66% (+1.51)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Same B6 tiles · 3 seeds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Localization passes; precision next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Mask Dice: 86.32%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Object F1: 84.23%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Vector-owner recall: 87.19%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Object recall 99.36%; precision 73.12%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2026-08-10T15:53:25.0360000Z</dcterms:created>
  <dcterms:modified xsi:type="dcterms:W3CDTF">2026-08-10T15:53:25.0360000Z</dcterms:modified>
</coreProperties>
</file>