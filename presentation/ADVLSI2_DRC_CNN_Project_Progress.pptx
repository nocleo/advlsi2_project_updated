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0ddf455fd346e9" /><Relationship Type="http://schemas.openxmlformats.org/officeDocument/2006/relationships/extended-properties" Target="/docProps/app.xml" Id="R8b81e45c59c94856" /><Relationship Type="http://schemas.openxmlformats.org/officeDocument/2006/relationships/officeDocument" Target="/ppt/presentation.xml" Id="R4e22b1a27dd446c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7f916a39f404c03"/>
  </p:sldMasterIdLst>
  <p:notesMasterIdLst>
    <p:notesMasterId xmlns:r="http://schemas.openxmlformats.org/officeDocument/2006/relationships" r:id="R3a1ba16c5f554403"/>
  </p:notesMasterIdLst>
  <p:sldIdLst>
    <p:sldId xmlns:r="http://schemas.openxmlformats.org/officeDocument/2006/relationships" id="256" r:id="R72de3e47ea7a45af"/>
    <p:sldId xmlns:r="http://schemas.openxmlformats.org/officeDocument/2006/relationships" id="257" r:id="R1ec4d2e03134449d"/>
    <p:sldId xmlns:r="http://schemas.openxmlformats.org/officeDocument/2006/relationships" id="258" r:id="Rb84ad73590264f06"/>
    <p:sldId xmlns:r="http://schemas.openxmlformats.org/officeDocument/2006/relationships" id="259" r:id="R2b9c5bbb38b9471b"/>
    <p:sldId xmlns:r="http://schemas.openxmlformats.org/officeDocument/2006/relationships" id="260" r:id="R9236d55d04cf475a"/>
    <p:sldId xmlns:r="http://schemas.openxmlformats.org/officeDocument/2006/relationships" id="261" r:id="R0bafc63a44a34801"/>
    <p:sldId xmlns:r="http://schemas.openxmlformats.org/officeDocument/2006/relationships" id="262" r:id="R5e1a642a80d04560"/>
    <p:sldId xmlns:r="http://schemas.openxmlformats.org/officeDocument/2006/relationships" id="263" r:id="R08828ee439c74c75"/>
    <p:sldId xmlns:r="http://schemas.openxmlformats.org/officeDocument/2006/relationships" id="264" r:id="Rbc5781a2f34c4217"/>
    <p:sldId xmlns:r="http://schemas.openxmlformats.org/officeDocument/2006/relationships" id="265" r:id="R78ce135f1c1644d3"/>
    <p:sldId xmlns:r="http://schemas.openxmlformats.org/officeDocument/2006/relationships" id="266" r:id="Rc37c403a10284a82"/>
    <p:sldId xmlns:r="http://schemas.openxmlformats.org/officeDocument/2006/relationships" id="267" r:id="R074eda3331b84adb"/>
    <p:sldId xmlns:r="http://schemas.openxmlformats.org/officeDocument/2006/relationships" id="268" r:id="Rea5f73b96dd842ac"/>
    <p:sldId xmlns:r="http://schemas.openxmlformats.org/officeDocument/2006/relationships" id="269" r:id="R4e35598118344f59"/>
    <p:sldId xmlns:r="http://schemas.openxmlformats.org/officeDocument/2006/relationships" id="270" r:id="R170c1696a9084621"/>
    <p:sldId xmlns:r="http://schemas.openxmlformats.org/officeDocument/2006/relationships" id="271" r:id="R7aa6c39fa7234dab"/>
    <p:sldId xmlns:r="http://schemas.openxmlformats.org/officeDocument/2006/relationships" id="272" r:id="Reb568e75046440d3"/>
    <p:sldId xmlns:r="http://schemas.openxmlformats.org/officeDocument/2006/relationships" id="273" r:id="Rd41b87bed9384664"/>
    <p:sldId xmlns:r="http://schemas.openxmlformats.org/officeDocument/2006/relationships" id="274" r:id="R980f9f2f5d99415b"/>
    <p:sldId xmlns:r="http://schemas.openxmlformats.org/officeDocument/2006/relationships" id="275" r:id="R096cfaeab20f4038"/>
    <p:sldId xmlns:r="http://schemas.openxmlformats.org/officeDocument/2006/relationships" id="276" r:id="R4847ed7fb54a4a76"/>
    <p:sldId xmlns:r="http://schemas.openxmlformats.org/officeDocument/2006/relationships" id="277" r:id="Rd9ea7c3454f4440d"/>
    <p:sldId xmlns:r="http://schemas.openxmlformats.org/officeDocument/2006/relationships" id="278" r:id="Rccf6e85cf2374d46"/>
    <p:sldId xmlns:r="http://schemas.openxmlformats.org/officeDocument/2006/relationships" id="279" r:id="R00b4d148062b464a"/>
    <p:sldId xmlns:r="http://schemas.openxmlformats.org/officeDocument/2006/relationships" id="280" r:id="Rda5dbcbc0c374c46"/>
    <p:sldId xmlns:r="http://schemas.openxmlformats.org/officeDocument/2006/relationships" id="281" r:id="R297220c29f744f33"/>
    <p:sldId xmlns:r="http://schemas.openxmlformats.org/officeDocument/2006/relationships" id="282" r:id="Ra8e68c859ad24af3"/>
    <p:sldId xmlns:r="http://schemas.openxmlformats.org/officeDocument/2006/relationships" id="283" r:id="Re8c9919ef4824d6a"/>
  </p:sldIdLst>
  <p:sldSz cx="12192000" cy="6858000"/>
  <p:notesSz cx="6858000" cy="9144000"/>
  <p:embeddedFontLst>
    <p:embeddedFont>
      <p:font typeface="Play"/>
      <p:regular xmlns:r="http://schemas.openxmlformats.org/officeDocument/2006/relationships" r:id="Rc2cb491e3a8f4cc8"/>
      <p:bold xmlns:r="http://schemas.openxmlformats.org/officeDocument/2006/relationships" r:id="Rbf378c35f1f0408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73fe01cbd604c06" /><Relationship Type="http://schemas.openxmlformats.org/officeDocument/2006/relationships/slideMaster" Target="/ppt/slideMasters/slideMaster1.xml" Id="R97f916a39f404c03" /><Relationship Type="http://schemas.openxmlformats.org/officeDocument/2006/relationships/notesMaster" Target="/ppt/notesMasters/notesMaster1.xml" Id="R3a1ba16c5f554403" /><Relationship Type="http://schemas.openxmlformats.org/officeDocument/2006/relationships/presProps" Target="/ppt/presProps.xml" Id="R4eeeed03c0ec4da2" /><Relationship Type="http://schemas.openxmlformats.org/officeDocument/2006/relationships/tableStyles" Target="/ppt/tableStyles.xml" Id="Rd7b6b562d44c49c9" /><Relationship Type="http://schemas.openxmlformats.org/officeDocument/2006/relationships/font" Target="/ppt/fonts/font.dat" Id="Rc2cb491e3a8f4cc8" /><Relationship Type="http://schemas.openxmlformats.org/officeDocument/2006/relationships/font" Target="/ppt/fonts/font2.dat" Id="Rbf378c35f1f0408d" /><Relationship Type="http://schemas.openxmlformats.org/officeDocument/2006/relationships/slide" Target="/ppt/slides/slide1.xml" Id="R72de3e47ea7a45af" /><Relationship Type="http://schemas.openxmlformats.org/officeDocument/2006/relationships/slide" Target="/ppt/slides/slide2.xml" Id="R1ec4d2e03134449d" /><Relationship Type="http://schemas.openxmlformats.org/officeDocument/2006/relationships/slide" Target="/ppt/slides/slide3.xml" Id="Rb84ad73590264f06" /><Relationship Type="http://schemas.openxmlformats.org/officeDocument/2006/relationships/slide" Target="/ppt/slides/slide4.xml" Id="R2b9c5bbb38b9471b" /><Relationship Type="http://schemas.openxmlformats.org/officeDocument/2006/relationships/slide" Target="/ppt/slides/slide5.xml" Id="R9236d55d04cf475a" /><Relationship Type="http://schemas.openxmlformats.org/officeDocument/2006/relationships/slide" Target="/ppt/slides/slide6.xml" Id="R0bafc63a44a34801" /><Relationship Type="http://schemas.openxmlformats.org/officeDocument/2006/relationships/slide" Target="/ppt/slides/slide7.xml" Id="R5e1a642a80d04560" /><Relationship Type="http://schemas.openxmlformats.org/officeDocument/2006/relationships/slide" Target="/ppt/slides/slide8.xml" Id="R08828ee439c74c75" /><Relationship Type="http://schemas.openxmlformats.org/officeDocument/2006/relationships/slide" Target="/ppt/slides/slide9.xml" Id="Rbc5781a2f34c4217" /><Relationship Type="http://schemas.openxmlformats.org/officeDocument/2006/relationships/slide" Target="/ppt/slides/slide10.xml" Id="R78ce135f1c1644d3" /><Relationship Type="http://schemas.openxmlformats.org/officeDocument/2006/relationships/slide" Target="/ppt/slides/slide11.xml" Id="Rc37c403a10284a82" /><Relationship Type="http://schemas.openxmlformats.org/officeDocument/2006/relationships/slide" Target="/ppt/slides/slide12.xml" Id="R074eda3331b84adb" /><Relationship Type="http://schemas.openxmlformats.org/officeDocument/2006/relationships/slide" Target="/ppt/slides/slide13.xml" Id="Rea5f73b96dd842ac" /><Relationship Type="http://schemas.openxmlformats.org/officeDocument/2006/relationships/slide" Target="/ppt/slides/slide14.xml" Id="R4e35598118344f59" /><Relationship Type="http://schemas.openxmlformats.org/officeDocument/2006/relationships/slide" Target="/ppt/slides/slide15.xml" Id="R170c1696a9084621" /><Relationship Type="http://schemas.openxmlformats.org/officeDocument/2006/relationships/slide" Target="/ppt/slides/slide16.xml" Id="R7aa6c39fa7234dab" /><Relationship Type="http://schemas.openxmlformats.org/officeDocument/2006/relationships/slide" Target="/ppt/slides/slide17.xml" Id="Reb568e75046440d3" /><Relationship Type="http://schemas.openxmlformats.org/officeDocument/2006/relationships/slide" Target="/ppt/slides/slide18.xml" Id="Rd41b87bed9384664" /><Relationship Type="http://schemas.openxmlformats.org/officeDocument/2006/relationships/slide" Target="/ppt/slides/slide19.xml" Id="R980f9f2f5d99415b" /><Relationship Type="http://schemas.openxmlformats.org/officeDocument/2006/relationships/slide" Target="/ppt/slides/slide20.xml" Id="R096cfaeab20f4038" /><Relationship Type="http://schemas.openxmlformats.org/officeDocument/2006/relationships/slide" Target="/ppt/slides/slide21.xml" Id="R4847ed7fb54a4a76" /><Relationship Type="http://schemas.openxmlformats.org/officeDocument/2006/relationships/slide" Target="/ppt/slides/slide22.xml" Id="Rd9ea7c3454f4440d" /><Relationship Type="http://schemas.openxmlformats.org/officeDocument/2006/relationships/slide" Target="/ppt/slides/slide23.xml" Id="Rccf6e85cf2374d46" /><Relationship Type="http://schemas.openxmlformats.org/officeDocument/2006/relationships/slide" Target="/ppt/slides/slide24.xml" Id="R00b4d148062b464a" /><Relationship Type="http://schemas.openxmlformats.org/officeDocument/2006/relationships/slide" Target="/ppt/slides/slide25.xml" Id="Rda5dbcbc0c374c46" /><Relationship Type="http://schemas.openxmlformats.org/officeDocument/2006/relationships/slide" Target="/ppt/slides/slide26.xml" Id="R297220c29f744f33" /><Relationship Type="http://schemas.openxmlformats.org/officeDocument/2006/relationships/slide" Target="/ppt/slides/slide27.xml" Id="Ra8e68c859ad24af3" /><Relationship Type="http://schemas.openxmlformats.org/officeDocument/2006/relationships/slide" Target="/ppt/slides/slide28.xml" Id="Re8c9919ef4824d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3224cdcf9141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2bb06038ac49e4" /><Relationship Type="http://schemas.openxmlformats.org/officeDocument/2006/relationships/notesMaster" Target="/ppt/notesMasters/notesMaster1.xml" Id="Red84e7724ff840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499b4fa8204720" /><Relationship Type="http://schemas.openxmlformats.org/officeDocument/2006/relationships/notesMaster" Target="/ppt/notesMasters/notesMaster1.xml" Id="Ra7e9993adbe144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44667503be46bb" /><Relationship Type="http://schemas.openxmlformats.org/officeDocument/2006/relationships/notesMaster" Target="/ppt/notesMasters/notesMaster1.xml" Id="R363bc6d8ee7b4d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48c61060ea4372" /><Relationship Type="http://schemas.openxmlformats.org/officeDocument/2006/relationships/notesMaster" Target="/ppt/notesMasters/notesMaster1.xml" Id="Rffb553a219ae4a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d6a94b5c684713" /><Relationship Type="http://schemas.openxmlformats.org/officeDocument/2006/relationships/notesMaster" Target="/ppt/notesMasters/notesMaster1.xml" Id="Rdf22537e265a48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2bb9b24a504f1a" /><Relationship Type="http://schemas.openxmlformats.org/officeDocument/2006/relationships/notesMaster" Target="/ppt/notesMasters/notesMaster1.xml" Id="Rf435fba484ba41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5ca04d47714b7b" /><Relationship Type="http://schemas.openxmlformats.org/officeDocument/2006/relationships/notesMaster" Target="/ppt/notesMasters/notesMaster1.xml" Id="Ra02a2e2d429443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83a2a7587d458b" /><Relationship Type="http://schemas.openxmlformats.org/officeDocument/2006/relationships/notesMaster" Target="/ppt/notesMasters/notesMaster1.xml" Id="R43b6a855ce8e4e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f15a09bc3b43f3" /><Relationship Type="http://schemas.openxmlformats.org/officeDocument/2006/relationships/notesMaster" Target="/ppt/notesMasters/notesMaster1.xml" Id="R44b7141a423348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d021d3d7964efb" /><Relationship Type="http://schemas.openxmlformats.org/officeDocument/2006/relationships/notesMaster" Target="/ppt/notesMasters/notesMaster1.xml" Id="R397bc6bb5bf94d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1ac8eeef2441cd" /><Relationship Type="http://schemas.openxmlformats.org/officeDocument/2006/relationships/notesMaster" Target="/ppt/notesMasters/notesMaster1.xml" Id="R730e483074ba4c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e50b7d665e4332" /><Relationship Type="http://schemas.openxmlformats.org/officeDocument/2006/relationships/notesMaster" Target="/ppt/notesMasters/notesMaster1.xml" Id="R2b744c023bce443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73b17fb2c644363" /><Relationship Type="http://schemas.openxmlformats.org/officeDocument/2006/relationships/notesMaster" Target="/ppt/notesMasters/notesMaster1.xml" Id="R1c36a34d9c1e4c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5d7f8932f44fd6" /><Relationship Type="http://schemas.openxmlformats.org/officeDocument/2006/relationships/notesMaster" Target="/ppt/notesMasters/notesMaster1.xml" Id="R0abcf20cca52405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a2462dc1e6b44cf" /><Relationship Type="http://schemas.openxmlformats.org/officeDocument/2006/relationships/notesMaster" Target="/ppt/notesMasters/notesMaster1.xml" Id="R8d2dd00c4ab642e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434905e8e243b9" /><Relationship Type="http://schemas.openxmlformats.org/officeDocument/2006/relationships/notesMaster" Target="/ppt/notesMasters/notesMaster1.xml" Id="R1c7347634f294be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9454273ca4f4719" /><Relationship Type="http://schemas.openxmlformats.org/officeDocument/2006/relationships/notesMaster" Target="/ppt/notesMasters/notesMaster1.xml" Id="R5b44d586914c463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1eb219f57d94807" /><Relationship Type="http://schemas.openxmlformats.org/officeDocument/2006/relationships/notesMaster" Target="/ppt/notesMasters/notesMaster1.xml" Id="Rc5c8f93821de4b5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11ef5aa60c34d54" /><Relationship Type="http://schemas.openxmlformats.org/officeDocument/2006/relationships/notesMaster" Target="/ppt/notesMasters/notesMaster1.xml" Id="R13cc0ab54a69497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d3a757b15604b3b" /><Relationship Type="http://schemas.openxmlformats.org/officeDocument/2006/relationships/notesMaster" Target="/ppt/notesMasters/notesMaster1.xml" Id="Rd7ce83694c2b4c5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a7a2e8631e741de" /><Relationship Type="http://schemas.openxmlformats.org/officeDocument/2006/relationships/notesMaster" Target="/ppt/notesMasters/notesMaster1.xml" Id="R34cae0bb25ea4bc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1d0b752abf04b41" /><Relationship Type="http://schemas.openxmlformats.org/officeDocument/2006/relationships/notesMaster" Target="/ppt/notesMasters/notesMaster1.xml" Id="R49bf6c283e0a4c0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2475d19ddc14997" /><Relationship Type="http://schemas.openxmlformats.org/officeDocument/2006/relationships/notesMaster" Target="/ppt/notesMasters/notesMaster1.xml" Id="R2d7efb2e8c0346c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0a85a9da51c4222" /><Relationship Type="http://schemas.openxmlformats.org/officeDocument/2006/relationships/notesMaster" Target="/ppt/notesMasters/notesMaster1.xml" Id="R4be880d7c61a457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4ac5d0b1f454801" /><Relationship Type="http://schemas.openxmlformats.org/officeDocument/2006/relationships/notesMaster" Target="/ppt/notesMasters/notesMaster1.xml" Id="Rf969c5d03b8b483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48497123b6c4b55" /><Relationship Type="http://schemas.openxmlformats.org/officeDocument/2006/relationships/notesMaster" Target="/ppt/notesMasters/notesMaster1.xml" Id="R1855fb21d0ea42c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55c2956a05a46e1" /><Relationship Type="http://schemas.openxmlformats.org/officeDocument/2006/relationships/notesMaster" Target="/ppt/notesMasters/notesMaster1.xml" Id="R57b5a89bc8f64d1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b5c5e1c4838443d" /><Relationship Type="http://schemas.openxmlformats.org/officeDocument/2006/relationships/notesMaster" Target="/ppt/notesMasters/notesMaster1.xml" Id="R74ccaa26a2a847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r>
              <a:t>- MODEL_ROADMAP.md</a:t>
            </a:r>
          </a:p>
          <a:p xmlns:a="http://schemas.openxmlformats.org/drawingml/2006/main">
            <a:r>
              <a:t>- results/b5_failure_audit/summary.json</a:t>
            </a:r>
          </a:p>
          <a:p xmlns:a="http://schemas.openxmlformats.org/drawingml/2006/main">
            <a:r>
              <a:t>- results/b6_localization_dataset/summary.json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Configuration d7fa939a1212; manifest 9deef1271a14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Three-seed per-layout aggregation for unseen_layout_v1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results/b3_optimization/b3_1_summary.json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Selection used unseen-layout validation only. Frozen tests were not inspected until the validation gate passed.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candidate status is failed_confirmation; B2 remains the accepted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MODEL_ROADMAP.md, B6.2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Ronneberger et al., U-Net (arXiv:1505.04597)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4f1c0a074a4e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f84b8ea7174f2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d47f272d7e441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87f3006e384b7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602acd8c2341a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cd1ef38ad34ae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edfc80485482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7b698586a0464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c561549d4b446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b179ec743c477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c47286957426d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cfc748fbb3410d" /><Relationship Type="http://schemas.openxmlformats.org/officeDocument/2006/relationships/slideLayout" Target="/ppt/slideLayouts/slideLayout1.xml" Id="R407a5c2aa2054a47" /><Relationship Type="http://schemas.openxmlformats.org/officeDocument/2006/relationships/slideLayout" Target="/ppt/slideLayouts/slideLayout2.xml" Id="Radef6650b8584ea0" /><Relationship Type="http://schemas.openxmlformats.org/officeDocument/2006/relationships/slideLayout" Target="/ppt/slideLayouts/slideLayout3.xml" Id="R8961f1aebd5e40e1" /><Relationship Type="http://schemas.openxmlformats.org/officeDocument/2006/relationships/slideLayout" Target="/ppt/slideLayouts/slideLayout4.xml" Id="R6371f0bdefd74638" /><Relationship Type="http://schemas.openxmlformats.org/officeDocument/2006/relationships/slideLayout" Target="/ppt/slideLayouts/slideLayout5.xml" Id="R0d9dbbaa1caa404a" /><Relationship Type="http://schemas.openxmlformats.org/officeDocument/2006/relationships/slideLayout" Target="/ppt/slideLayouts/slideLayout6.xml" Id="R08e798c0e6ea4f60" /><Relationship Type="http://schemas.openxmlformats.org/officeDocument/2006/relationships/slideLayout" Target="/ppt/slideLayouts/slideLayout7.xml" Id="Re591310537d040c5" /><Relationship Type="http://schemas.openxmlformats.org/officeDocument/2006/relationships/slideLayout" Target="/ppt/slideLayouts/slideLayout8.xml" Id="Rbf7be9b1edcb4e36" /><Relationship Type="http://schemas.openxmlformats.org/officeDocument/2006/relationships/slideLayout" Target="/ppt/slideLayouts/slideLayout9.xml" Id="R54bb288944c246d7" /><Relationship Type="http://schemas.openxmlformats.org/officeDocument/2006/relationships/slideLayout" Target="/ppt/slideLayouts/slideLayout10.xml" Id="Rec441082f68b4849" /><Relationship Type="http://schemas.openxmlformats.org/officeDocument/2006/relationships/slideLayout" Target="/ppt/slideLayouts/slideLayout11.xml" Id="R9859e5c93171418d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7a5c2aa2054a47"/>
    <p:sldLayoutId xmlns:r="http://schemas.openxmlformats.org/officeDocument/2006/relationships" id="2147483650" r:id="Radef6650b8584ea0"/>
    <p:sldLayoutId xmlns:r="http://schemas.openxmlformats.org/officeDocument/2006/relationships" id="2147483651" r:id="R8961f1aebd5e40e1"/>
    <p:sldLayoutId xmlns:r="http://schemas.openxmlformats.org/officeDocument/2006/relationships" id="2147483652" r:id="R6371f0bdefd74638"/>
    <p:sldLayoutId xmlns:r="http://schemas.openxmlformats.org/officeDocument/2006/relationships" id="2147483653" r:id="R0d9dbbaa1caa404a"/>
    <p:sldLayoutId xmlns:r="http://schemas.openxmlformats.org/officeDocument/2006/relationships" id="2147483654" r:id="R08e798c0e6ea4f60"/>
    <p:sldLayoutId xmlns:r="http://schemas.openxmlformats.org/officeDocument/2006/relationships" id="2147483655" r:id="Re591310537d040c5"/>
    <p:sldLayoutId xmlns:r="http://schemas.openxmlformats.org/officeDocument/2006/relationships" id="2147483656" r:id="Rbf7be9b1edcb4e36"/>
    <p:sldLayoutId xmlns:r="http://schemas.openxmlformats.org/officeDocument/2006/relationships" id="2147483657" r:id="R54bb288944c246d7"/>
    <p:sldLayoutId xmlns:r="http://schemas.openxmlformats.org/officeDocument/2006/relationships" id="2147483658" r:id="Rec441082f68b4849"/>
    <p:sldLayoutId xmlns:r="http://schemas.openxmlformats.org/officeDocument/2006/relationships" id="2147483659" r:id="R9859e5c93171418d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6e0cb1790448dc" /><Relationship Type="http://schemas.openxmlformats.org/officeDocument/2006/relationships/notesSlide" Target="/ppt/notesSlides/notesSlide1.xml" Id="R438665b4647146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cd64ec64604522" /><Relationship Type="http://schemas.openxmlformats.org/officeDocument/2006/relationships/notesSlide" Target="/ppt/notesSlides/notesSlide2.xml" Id="R9fdeeffa5de945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b8d3bade6a4c32" /><Relationship Type="http://schemas.openxmlformats.org/officeDocument/2006/relationships/image" Target="/ppt/media/image.png" Id="R2b25a7550cf442ea" /><Relationship Type="http://schemas.openxmlformats.org/officeDocument/2006/relationships/image" Target="/ppt/media/image2.png" Id="R767990aba61f46c2" /><Relationship Type="http://schemas.openxmlformats.org/officeDocument/2006/relationships/image" Target="/ppt/media/image3.png" Id="R5aa819e5d43e48d3" /><Relationship Type="http://schemas.openxmlformats.org/officeDocument/2006/relationships/notesSlide" Target="/ppt/notesSlides/notesSlide3.xml" Id="Rf5978b52e8894b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03d7b2534649ae" /><Relationship Type="http://schemas.openxmlformats.org/officeDocument/2006/relationships/notesSlide" Target="/ppt/notesSlides/notesSlide4.xml" Id="Re161792a53794e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e1eabd51114610" /><Relationship Type="http://schemas.openxmlformats.org/officeDocument/2006/relationships/image" Target="/ppt/media/image4.png" Id="R24adc5675cd14c57" /><Relationship Type="http://schemas.openxmlformats.org/officeDocument/2006/relationships/image" Target="/ppt/media/image5.png" Id="Re87a584e26ed4c0b" /><Relationship Type="http://schemas.openxmlformats.org/officeDocument/2006/relationships/image" Target="/ppt/media/image6.png" Id="R44101218bc024b36" /><Relationship Type="http://schemas.openxmlformats.org/officeDocument/2006/relationships/image" Target="/ppt/media/image7.png" Id="Ra6d547f839894c1f" /><Relationship Type="http://schemas.openxmlformats.org/officeDocument/2006/relationships/image" Target="/ppt/media/image8.png" Id="R001161a28c854cb0" /><Relationship Type="http://schemas.openxmlformats.org/officeDocument/2006/relationships/image" Target="/ppt/media/image9.png" Id="R1f9465d56645473c" /><Relationship Type="http://schemas.openxmlformats.org/officeDocument/2006/relationships/image" Target="/ppt/media/image10.png" Id="Rea6d0a952eed47cd" /><Relationship Type="http://schemas.openxmlformats.org/officeDocument/2006/relationships/image" Target="/ppt/media/image11.png" Id="Reb63b93b6dae47f2" /><Relationship Type="http://schemas.openxmlformats.org/officeDocument/2006/relationships/notesSlide" Target="/ppt/notesSlides/notesSlide5.xml" Id="R1c835dcbc2ce4d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53f491fdf34ebc" /><Relationship Type="http://schemas.openxmlformats.org/officeDocument/2006/relationships/image" Target="/ppt/media/image12.png" Id="Re9ac3dde755a413e" /><Relationship Type="http://schemas.openxmlformats.org/officeDocument/2006/relationships/image" Target="/ppt/media/image13.png" Id="R11affe4a9e744248" /><Relationship Type="http://schemas.openxmlformats.org/officeDocument/2006/relationships/notesSlide" Target="/ppt/notesSlides/notesSlide6.xml" Id="R60d0b13711af47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c1449d4178471e" /><Relationship Type="http://schemas.openxmlformats.org/officeDocument/2006/relationships/image" Target="/ppt/media/image14.png" Id="R5fd9c6984a064490" /><Relationship Type="http://schemas.openxmlformats.org/officeDocument/2006/relationships/image" Target="/ppt/media/image15.png" Id="Ra2481d8c899f4b6d" /><Relationship Type="http://schemas.openxmlformats.org/officeDocument/2006/relationships/image" Target="/ppt/media/image16.png" Id="Ree5f9c4284494c18" /><Relationship Type="http://schemas.openxmlformats.org/officeDocument/2006/relationships/notesSlide" Target="/ppt/notesSlides/notesSlide7.xml" Id="Ra56bf6cca32b44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d57e6df0454be5" /><Relationship Type="http://schemas.openxmlformats.org/officeDocument/2006/relationships/notesSlide" Target="/ppt/notesSlides/notesSlide8.xml" Id="R10687935bdc34a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eb3941b9a24aea" /><Relationship Type="http://schemas.openxmlformats.org/officeDocument/2006/relationships/notesSlide" Target="/ppt/notesSlides/notesSlide9.xml" Id="R1e5eee81c31e4a2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3fd8874a7abc40ed" /><Relationship Type="http://schemas.openxmlformats.org/officeDocument/2006/relationships/notesSlide" Target="/ppt/notesSlides/notesSlide10.xml" Id="Ra1496d75b9514c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28f11ab3cee4a0e" /><Relationship Type="http://schemas.openxmlformats.org/officeDocument/2006/relationships/notesSlide" Target="/ppt/notesSlides/notesSlide11.xml" Id="R00d59d33dd7444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1163954024408" /><Relationship Type="http://schemas.openxmlformats.org/officeDocument/2006/relationships/notesSlide" Target="/ppt/notesSlides/notesSlide12.xml" Id="R9b02206ef23f4e4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65971a1bdc44644" /><Relationship Type="http://schemas.openxmlformats.org/officeDocument/2006/relationships/notesSlide" Target="/ppt/notesSlides/notesSlide13.xml" Id="Rdf4b9ce9db9e412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2d82362f967d4747" /><Relationship Type="http://schemas.openxmlformats.org/officeDocument/2006/relationships/notesSlide" Target="/ppt/notesSlides/notesSlide14.xml" Id="Rca21b327dab34d0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3fd1397483d4b3a" /><Relationship Type="http://schemas.openxmlformats.org/officeDocument/2006/relationships/notesSlide" Target="/ppt/notesSlides/notesSlide15.xml" Id="Rf4e6464262fd4a8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71d25ba84e4202" /><Relationship Type="http://schemas.openxmlformats.org/officeDocument/2006/relationships/notesSlide" Target="/ppt/notesSlides/notesSlide16.xml" Id="R883d93ef103844a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c580cd2a7ca4807" /><Relationship Type="http://schemas.openxmlformats.org/officeDocument/2006/relationships/notesSlide" Target="/ppt/notesSlides/notesSlide17.xml" Id="R24f52b3b88c34c5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c9279575ca49ca" /><Relationship Type="http://schemas.openxmlformats.org/officeDocument/2006/relationships/image" Target="/ppt/media/image12.png" Id="Ra6949aee5ace43c1" /><Relationship Type="http://schemas.openxmlformats.org/officeDocument/2006/relationships/image" Target="/ppt/media/image13.png" Id="R2e5ed662fe4d468e" /><Relationship Type="http://schemas.openxmlformats.org/officeDocument/2006/relationships/notesSlide" Target="/ppt/notesSlides/notesSlide18.xml" Id="R37c9f1de21d044a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c1e6eb09554f18" /><Relationship Type="http://schemas.openxmlformats.org/officeDocument/2006/relationships/notesSlide" Target="/ppt/notesSlides/notesSlide19.xml" Id="R8ee7f5253dfa4b5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81aae6f9a0944d8" /><Relationship Type="http://schemas.openxmlformats.org/officeDocument/2006/relationships/notesSlide" Target="/ppt/notesSlides/notesSlide20.xml" Id="Rb6bfcf33b71744f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abe4328e424971" /><Relationship Type="http://schemas.openxmlformats.org/officeDocument/2006/relationships/notesSlide" Target="/ppt/notesSlides/notesSlide21.xml" Id="Rc37a5d5935c143c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8ddd773dab44dae" /><Relationship Type="http://schemas.openxmlformats.org/officeDocument/2006/relationships/notesSlide" Target="/ppt/notesSlides/notesSlide22.xml" Id="R48fa13b4b361451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f8e1270b13e4786" /><Relationship Type="http://schemas.openxmlformats.org/officeDocument/2006/relationships/notesSlide" Target="/ppt/notesSlides/notesSlide23.xml" Id="Ra40b0daa8bdd487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98dc47a68ee4146" /><Relationship Type="http://schemas.openxmlformats.org/officeDocument/2006/relationships/notesSlide" Target="/ppt/notesSlides/notesSlide24.xml" Id="R27d07f9030ab4bb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b7564bf9d9c4f0b" /><Relationship Type="http://schemas.openxmlformats.org/officeDocument/2006/relationships/notesSlide" Target="/ppt/notesSlides/notesSlide25.xml" Id="R041ae7602f3441e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a38c734856f4151" /><Relationship Type="http://schemas.openxmlformats.org/officeDocument/2006/relationships/notesSlide" Target="/ppt/notesSlides/notesSlide26.xml" Id="Rf5f4e92d315b433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e5c4cf058ed4d11" /><Relationship Type="http://schemas.openxmlformats.org/officeDocument/2006/relationships/notesSlide" Target="/ppt/notesSlides/notesSlide27.xml" Id="Rff4456876bdb4cb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527fc6d65f94e42" /><Relationship Type="http://schemas.openxmlformats.org/officeDocument/2006/relationships/notesSlide" Target="/ppt/notesSlides/notesSlide28.xml" Id="R2e6d5878293e439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DRC | B0–B6.1 complete · multi-task U-Net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25a7550cf442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7990aba61f46c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a819e5d43e48d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877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24adc5675cd14c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878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7a584e26ed4c0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879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101218bc024b3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885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7a584e26ed4c0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886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887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888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d547f839894c1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893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1161a28c854c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94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9465d5664547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896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6d0a952eed47c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97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63b93b6dae47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900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1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2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3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4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5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6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7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8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09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10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11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12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13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e9ac3dde755a413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affe4a9e74424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Layout size: 150 µm × 200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size: 2 µm × 2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stride: 1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Each window becomes a 200 × 200 binary matrix</a:t>
            </a:r>
          </a:p>
          <a:p xmlns:a="http://schemas.openxmlformats.org/drawingml/2006/main">
            <a:pPr marL="24" indent="-14">
              <a:buChar char="•"/>
            </a:pPr>
            <a:r>
              <a:rPr sz="2000">
                <a:latin typeface="Arial"/>
                <a:ea typeface="Arial"/>
                <a:cs typeface="Arial"/>
              </a:rPr>
              <a:t>About 500 layout clips were generated</a:t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d9c6984a0644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481d8c899f4b6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5f9c4284494c1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B0–B6.1 complete · multi-task U-Net training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Competitive clean / dirty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DRC/LVS-verified repair suggestions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Tile-random reference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Preserve the clean / dirty classification task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equivalent content inside one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Internal reference; not a direct paper reproduction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to the final contribution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  Data integrity + broad layouts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 Dual classification baselines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B3  Training tuning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  Architecture tests — complete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B5  Classifier tuning — closed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B6.1  Localization data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B6.2  Multi-task U-Net — next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 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  Verified repair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Release candidate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B2 remains the classifier baseline; B6.1 enables U-Net localization training.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Accepted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Frozen classifier baseline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90.38%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0.909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B3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Rejected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Recall gain failed confirmation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89.71%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0.907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−0.002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B4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Rejected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Compact model failed frozen test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89.36%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0.904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−0.005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B5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Closed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Ensemble + failure audit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90.47%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0.912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+0.003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B6.1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Exact localization dataset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B2 remains accepted; B5.2 closed classifier-only tuning. B6.1 is complete, so U-Net training is next.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a6949aee5ace43c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5ed662fe4d468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B1 confirmed coordinate registration;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B2: the unchanged CNN generalizes across layouts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92.47% ± 0.61%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Tile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90.38% ± 0.84%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Unseen accuracy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0.919 / 0.909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F1: tile / unseen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2.09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Accuracy gap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Test accuracy across seeds and protocol means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Dirty F1 across seeds and protocol means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23566"/>
            <a:ext cx="533400" cy="21676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609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92.89%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3297"/>
            <a:ext cx="533400" cy="2157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31582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0.925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609"/>
            <a:ext cx="533400" cy="2141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21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91.77%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66434"/>
            <a:ext cx="533400" cy="2124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4896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26809"/>
            <a:ext cx="533400" cy="2164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093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92.75%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40298"/>
            <a:ext cx="533400" cy="2150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2283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0.922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33320"/>
            <a:ext cx="533400" cy="215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5852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92.47%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46832"/>
            <a:ext cx="533400" cy="2144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29364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0.919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32" y="3682070"/>
            <a:ext cx="533400" cy="21091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9001"/>
            <a:ext cx="533400" cy="21221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B2: 90.38% on unseen layout families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Bingyao FCOTA: 92.91% accuracy / 0.940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VGA game: 89.76% accuracy / 0.887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SRAM direct: 88.97% accuracy / 0.907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values are mean results across three fixed seeds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All three test families were unseen during training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Only 2.09 accuracy points below tile-random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Dirty-F1 gap is only 0.95 points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B2 and begin controlled B3 tuning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B3: validation improved, but efficiency target missed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RMSprop 1e-3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B3.1 kept B2 recipe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+0.72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+4.40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26 epochs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Only 13.3% fewer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F1 by recipe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recall by recipe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59247"/>
            <a:ext cx="533400" cy="2131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177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91.36%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23678"/>
            <a:ext cx="533400" cy="20675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40621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88.60%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42421"/>
            <a:ext cx="533400" cy="21487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2495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92.08%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20999"/>
            <a:ext cx="533400" cy="21702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0353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93.00%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B3: recall gain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89.71% (−0.67 points vs. B2)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94.42% (+3.69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90.72% (−0.22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Accuracy exceeded the 0.5-point tolerance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reference held: 92.52% accuracy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data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retain B2 as frozen baseline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Next: B4 architecture test with B2 recipe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B4: compact model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Validation F1: 93.61%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14.3× fewer parameters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ONNX: 172 KB vs. 2.41 MB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89.36%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91.36%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B4; retain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ensemble passes validation gate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Selected F1: 93.87%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Selected recall: 92.21%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three seeds beat B4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Frozen tests unlocked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Blend: 25% B2 / 75% B4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B4-only correct: 110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B2-only correct: 68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only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gains, but recall gate fails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90.38% → 90.47%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90.94% → 91.25%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recall: 90.73% → 93.39%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accuracy: 92.47% → 94.70%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F1: 91.89% → 94.08%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93.39% → 92.07%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ensemble; keep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B5.2: audit closes classifier-only tuning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B4 led unseen validation in every seed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dirty advantage: tile-random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Joint disagreement gate failed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stable ensemble mechanism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10 replicated density slices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were clean-sample effects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Density bin changed by protocol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B5.3; retain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B6.1: exact localization data is ready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6,924 exact KLayout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6,924 unique owners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8,021 dirty + 8,021 clean tiles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1600 nm input + 160 nm halo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1280 nm gap-free owned output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200×200 image + 160×160 mask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7 visual-audit categories passed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B6.2: one U-Net, two supervised tasks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Encoder + classification head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Shared encoder learns geometry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Global head predicts clean /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Compare with accepted B2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if dirty recall regresses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Decoder + segmentation head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Skip connections recover edge detail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Predict a 160×160 central mask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Dice + weighted BCE/focal loss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KLayout vectors remain coordinate truth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2026-08-10T08:30:39.3080000Z</dcterms:created>
  <dcterms:modified xsi:type="dcterms:W3CDTF">2026-08-10T08:30:39.3080000Z</dcterms:modified>
</coreProperties>
</file>